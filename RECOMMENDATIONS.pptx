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18.26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20.25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21.9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24.3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38.14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39.4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42.78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44.4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46.1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47.3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56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 24575,'667'0'0,"-646"-1"45,0-1-1,32-8 1,24-2-1544,-56 11-5327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57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360 0 24575,'-53'65'0,"-23"36"0,-16 17 0,80-106 0,0 1 0,-1-2 0,-1 0 0,0 0 0,0-1 0,-25 12 0,37-21 0,1-1 0,0 1 0,0-1 0,0 1 0,0-1 0,0 1 0,-1 0 0,1-1 0,0 1 0,0 0 0,1 0 0,-1 0 0,0 0 0,0 0 0,0 0 0,1 0 0,-1 0 0,0 0 0,1 0 0,-1 1 0,0 1 0,1-2 0,0 0 0,1 0 0,-1 0 0,0 0 0,1 0 0,-1 0 0,1 0 0,-1 0 0,1 0 0,-1 0 0,1 0 0,0-1 0,-1 1 0,1 0 0,0 0 0,0-1 0,-1 1 0,1 0 0,0-1 0,1 2 0,9 4 0,0-1 0,1 0 0,18 6 0,-18-7 0,212 75-1365,-202-73-5461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7:59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24575,'685'0'0,"-637"-4"-1365,-31-2-5461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00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24575,'1'1'0,"0"-1"0,0 1 0,0-1 0,0 1 0,-1-1 0,1 1 0,0 0 0,0-1 0,-1 1 0,1 0 0,0 0 0,-1-1 0,1 1 0,0 0 0,-1 0 0,1 0 0,-1 0 0,0 0 0,1 0 0,-1 0 0,0 0 0,0 0 0,1 0 0,-1 0 0,0 0 0,0 0 0,0 0 0,0 0 0,0 0 0,0 0 0,0 0 0,-1 1 0,-2 34 0,3-35 0,-3 17 0,-1 0 0,0 0 0,-2-1 0,0 1 0,-11 22 0,13-32 0,0-1 0,-1 0 0,1 0 0,-1-1 0,-1 1 0,1-1 0,-1-1 0,0 1 0,-1-1 0,1 0 0,-1 0 0,0 0 0,0-1 0,-11 4 0,10-5 0,0 0 0,0 1 0,1 0 0,0 0 0,-10 8 0,16-11 0,0-1 0,0 1 0,1 0 0,-1-1 0,0 1 0,1 0 0,-1 0 0,1 0 0,-1-1 0,1 1 0,-1 0 0,1 0 0,0 0 0,-1 0 0,1 0 0,0 0 0,0 0 0,0 0 0,0 0 0,0 0 0,0 0 0,0 1 0,0 0 0,1-1 0,0 1 0,0-1 0,0 1 0,0-1 0,0 1 0,0-1 0,0 0 0,1 0 0,-1 1 0,0-1 0,1 0 0,-1 0 0,1 0 0,-1 0 0,1 0 0,1 0 0,8 3 11,-1 0 0,1 0-1,0-1 1,0-1 0,0 0-1,0 0 1,21 0 0,26 4-1462,-35-1-5375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02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872 1 24575,'-833'0'-1365,"795"0"-5461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03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 0 24575,'-3'1'0,"1"1"0,0 0 0,-1-1 0,1 1 0,0 0 0,0 0 0,1 0 0,-1 0 0,0 0 0,1 1 0,-1-1 0,1 0 0,-1 1 0,1-1 0,-1 6 0,-3 1 0,-25 48 0,-58 93 0,73-128 0,-1-1 0,-1 0 0,0-2 0,-35 30 0,48-46 0,0 0 0,0 0 0,1 0 0,0 1 0,-1-1 0,1 1 0,0 0 0,1 0 0,-6 8 0,8-10 0,0 0 0,0-1 0,0 1 0,0 0 0,0 0 0,0-1 0,0 1 0,1 0 0,-1-1 0,0 1 0,1 0 0,0-1 0,-1 1 0,1-1 0,0 1 0,0-1 0,0 1 0,0-1 0,0 1 0,0-1 0,0 0 0,0 0 0,1 1 0,-1-1 0,0 0 0,1 0 0,-1 0 0,1-1 0,-1 1 0,3 1 0,31 19-273,1-2 0,1-2 0,0-1 0,58 16 0,-50-19-6553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05.1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940 51 22186,'-940'-51'0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06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157 0 24575,'0'8'0,"0"-1"0,-1 1 0,0-1 0,0 1 0,-1-1 0,0 0 0,0 0 0,-1 0 0,0 0 0,0 0 0,-9 12 0,1-3 0,-2-1 0,0 0 0,-17 13 0,-13 16 0,42-43 0,-1 1 0,0 0 0,1 0 0,0-1 0,-1 1 0,1 0 0,0 0 0,0 1 0,0-1 0,0 0 0,1 0 0,-1 0 0,0 1 0,1-1 0,0 0 0,-1 1 0,1-1 0,0 0 0,0 1 0,1 3 0,0-3 0,0 1 0,1-1 0,-1 0 0,1 1 0,0-1 0,0 0 0,0 0 0,0 0 0,0 0 0,1-1 0,5 6 0,6 3 0,1 0 0,0-1 0,1-1 0,20 9 0,-32-16 0,67 28-95,1-3-1,103 25 1,-103-32-984,-14-4-5747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14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9651 24496,'-118'229'0,"5"-461"0,226 464 0,-11-10112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1:18:17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B2C4B-C7F7-4D88-B20E-4813CFBA35D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04942-79D7-4DC2-BDDB-4D84A85A28F8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69301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04942-79D7-4DC2-BDDB-4D84A85A28F8}" type="slidenum">
              <a:rPr lang="en-TZ" smtClean="0"/>
              <a:t>1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45514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53FF-D29F-040F-75F5-04682B9F1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35E02-709F-7EDE-CC39-A266DD9DE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A01E0-A61B-4CD3-B0D8-35FBA774B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4F7E8-AD7F-8FA1-E76D-6D7A9250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D86CF-4288-BD3C-9EA8-B007310F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71582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C3BC-A382-D091-9E79-F1191887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AA426-26DB-853A-43AC-8B3EEBFAF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89742-FD56-E202-A160-9C174B39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73D2-93CD-A53A-44BB-362B1CFC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8038-52C4-4ED9-5757-5DCCAD426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8197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9CFB9-B90F-F690-8440-42372E0A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8F4F9-DE2C-0C83-9B5D-067C1D760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F9E-720C-8E26-B16D-EC0A01E89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4035-B890-C494-B946-2CCB8524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3C2A-2A2C-81E1-1054-DEF60E3E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8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AA82-9E93-232C-3988-D7C5CB4B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F064B-6839-15B0-39DA-C2B266026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0E5D6-EDE6-AFDF-498D-69F249860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37175-7349-F353-854A-C901EB8B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3DC5-0BF0-2F08-F78D-B19DB3BF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07EFE-0CFC-AFF2-73DC-CF469826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61297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7BB0-8DB6-CFEC-2A96-6B763E6E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1BBD-E38F-83ED-F3AC-43265EDC4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54A10-BC40-D736-5ACC-C526EA991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9FC66-79C2-503F-3B5B-2ECAEB21D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B14994-6C72-0342-F799-D7AD56F13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5E17C-0C8F-5C52-F574-92319672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E4C71-7863-6617-5773-B7038E10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8B6A7-CF46-869A-CFF7-DF2B1CE1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92656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BA980-D597-37DD-4297-7D665F9C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156E4-C30B-9C47-9509-3DF8C8ED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34C80-883B-68AA-8F91-E7FF8BB2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5A707-DEDD-25E2-06F7-1075B5EC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06771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9D21A-8C62-31FD-36E1-370C3A01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2ED2D7-9516-0F29-347C-A8547E54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DA814-6002-12AC-2F56-73872209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0102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49579-4E5E-D126-D9DB-4C53FC7A1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B367-DD4A-7364-4174-AA7BA0B21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C62C4-15F7-81F8-5F2F-807419AD4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82C41-8273-0D80-DFC0-76E17416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EFC85-62F2-28C0-FB21-DF89153A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A4AEF-D896-194E-A4F2-3ABD6DBB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38023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EFDD-1240-CDD1-239F-7BBF1FFF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B0D79-419C-66BE-B06F-BE8F14272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3A107-16C6-0C0A-0341-5DB55F6A6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D0FDB-DBF1-3E1B-55DB-62B67254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79D1B-26AC-7987-C2C2-C1B2C239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A7235-A6B5-83EF-603C-C70ABFFB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2284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762E-9E99-6BC7-D199-CB8D6843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A38F5-DF80-ABD9-BB62-89AF40F9C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7901-4A50-C218-174E-D07BBEE0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2E691-E61A-BC1D-A632-B9BA70B3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4CA29-9C9B-1F02-7B8D-1C163D1C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7478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2525C3-A0A5-9C64-45E8-254446EFF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7B241-1BDF-DF76-5B3B-35E8316F0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85EE-D520-93C1-ADAB-98FBE3C1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DFF2-AE8B-1D9A-2F77-D6F441E2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6C00A-8DB6-A79D-8D4E-70ED5222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4695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2DAF35-5B39-6051-A0A8-B17F36C0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D68D8-9BF2-1A1A-8B58-B53E14E4B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95CEF-DB8F-DDA6-9EC3-E579FD30C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B0117-2245-436E-B2A0-26DEC7DB56F0}" type="datetimeFigureOut">
              <a:rPr lang="en-TZ" smtClean="0"/>
              <a:t>01/10/2026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BD2B-4487-27B8-CC7F-DC05AF2AF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02752-E4AD-BB9C-01E7-DA1FDE6CB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ECB70-432E-49A2-8CDF-6BEC30140BDD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705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" Type="http://schemas.openxmlformats.org/officeDocument/2006/relationships/customXml" Target="../ink/ink1.xml"/><Relationship Id="rId21" Type="http://schemas.openxmlformats.org/officeDocument/2006/relationships/customXml" Target="../ink/ink14.xml"/><Relationship Id="rId34" Type="http://schemas.openxmlformats.org/officeDocument/2006/relationships/image" Target="../media/image22.png"/><Relationship Id="rId7" Type="http://schemas.openxmlformats.org/officeDocument/2006/relationships/image" Target="../media/image12.png"/><Relationship Id="rId12" Type="http://schemas.openxmlformats.org/officeDocument/2006/relationships/customXml" Target="../ink/ink8.xml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2" Type="http://schemas.openxmlformats.org/officeDocument/2006/relationships/image" Target="../media/image10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7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5" Type="http://schemas.openxmlformats.org/officeDocument/2006/relationships/customXml" Target="../ink/ink2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19.png"/><Relationship Id="rId10" Type="http://schemas.openxmlformats.org/officeDocument/2006/relationships/customXml" Target="../ink/ink6.xml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11.png"/><Relationship Id="rId9" Type="http://schemas.openxmlformats.org/officeDocument/2006/relationships/customXml" Target="../ink/ink5.xml"/><Relationship Id="rId14" Type="http://schemas.openxmlformats.org/officeDocument/2006/relationships/customXml" Target="../ink/ink10.xml"/><Relationship Id="rId22" Type="http://schemas.openxmlformats.org/officeDocument/2006/relationships/image" Target="../media/image16.png"/><Relationship Id="rId27" Type="http://schemas.openxmlformats.org/officeDocument/2006/relationships/customXml" Target="../ink/ink17.xml"/><Relationship Id="rId30" Type="http://schemas.openxmlformats.org/officeDocument/2006/relationships/image" Target="../media/image20.png"/><Relationship Id="rId8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9311-D5A2-A0CC-7E3A-E9B49B01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hizi</a:t>
            </a:r>
            <a:r>
              <a:rPr lang="en-US" dirty="0"/>
              <a:t> </a:t>
            </a:r>
            <a:r>
              <a:rPr lang="en-US" dirty="0" err="1"/>
              <a:t>picha</a:t>
            </a:r>
            <a:r>
              <a:rPr lang="en-US" dirty="0"/>
              <a:t> </a:t>
            </a:r>
            <a:r>
              <a:rPr lang="en-US" dirty="0" err="1"/>
              <a:t>ndo</a:t>
            </a:r>
            <a:r>
              <a:rPr lang="en-US" dirty="0"/>
              <a:t> </a:t>
            </a:r>
            <a:r>
              <a:rPr lang="en-US" dirty="0" err="1"/>
              <a:t>zibaki</a:t>
            </a:r>
            <a:r>
              <a:rPr lang="en-US" dirty="0"/>
              <a:t> </a:t>
            </a:r>
            <a:endParaRPr lang="en-TZ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F6196D-1540-3C55-0A05-C65DD4E44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813" y="2962924"/>
            <a:ext cx="3210373" cy="20767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AE47E2-843F-E493-2F8F-DA1844BF31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711" t="18213" r="36920" b="49193"/>
          <a:stretch>
            <a:fillRect/>
          </a:stretch>
        </p:blipFill>
        <p:spPr>
          <a:xfrm>
            <a:off x="1244338" y="2462378"/>
            <a:ext cx="2554306" cy="1875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0478A-6D49-08C6-CA23-602F9D310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527" y="2284784"/>
            <a:ext cx="3210373" cy="4573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41E02A-9424-DD24-A99D-6A861B927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465" y="4341169"/>
            <a:ext cx="3210373" cy="23594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D348F8-D03C-0277-1D5C-C4709DBED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14" y="2626811"/>
            <a:ext cx="2447721" cy="1604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6713D6-1CF0-BCE6-D92F-F03BC20FAC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4" t="60486" r="59594" b="8252"/>
          <a:stretch>
            <a:fillRect/>
          </a:stretch>
        </p:blipFill>
        <p:spPr>
          <a:xfrm>
            <a:off x="7650289" y="2284784"/>
            <a:ext cx="2828695" cy="20313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365598-A05D-B8CF-114D-DBFF98813B54}"/>
              </a:ext>
            </a:extLst>
          </p:cNvPr>
          <p:cNvSpPr txBox="1"/>
          <p:nvPr/>
        </p:nvSpPr>
        <p:spPr>
          <a:xfrm>
            <a:off x="1244338" y="4231189"/>
            <a:ext cx="2976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Z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Pretreatment Tanks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br>
              <a:rPr kumimoji="0" lang="en-T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TZ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Pretreatment tanks and control valves forming the initial stage of the water purification process, where incoming water is conditioned and prepared for further purification.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067E67-CEF9-25DD-1F50-6CCAFA1246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0000" b="66884"/>
          <a:stretch>
            <a:fillRect/>
          </a:stretch>
        </p:blipFill>
        <p:spPr>
          <a:xfrm>
            <a:off x="838200" y="1298599"/>
            <a:ext cx="10972801" cy="11055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826EDD3-7CDD-E9B0-91E8-B59F3C4BBB3F}"/>
              </a:ext>
            </a:extLst>
          </p:cNvPr>
          <p:cNvSpPr txBox="1"/>
          <p:nvPr/>
        </p:nvSpPr>
        <p:spPr>
          <a:xfrm>
            <a:off x="4655473" y="4395665"/>
            <a:ext cx="288105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TZ" b="1" dirty="0"/>
              <a:t>Water Purification System</a:t>
            </a:r>
            <a:endParaRPr lang="en-TZ" dirty="0"/>
          </a:p>
          <a:p>
            <a:pPr>
              <a:buNone/>
            </a:pPr>
            <a:r>
              <a:rPr lang="en-TZ" dirty="0"/>
              <a:t>An integrated purification system where water undergoes successive purification stages, including RO membrane filtration, to achieve the required quality for drinking.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669595-A922-B517-23A6-C75BBB1258B1}"/>
              </a:ext>
            </a:extLst>
          </p:cNvPr>
          <p:cNvSpPr txBox="1"/>
          <p:nvPr/>
        </p:nvSpPr>
        <p:spPr>
          <a:xfrm>
            <a:off x="7865846" y="4449518"/>
            <a:ext cx="29404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TZ" b="1" dirty="0"/>
              <a:t>Water Filling Machine</a:t>
            </a:r>
            <a:br>
              <a:rPr lang="en-TZ" dirty="0"/>
            </a:br>
            <a:r>
              <a:rPr lang="en-TZ" dirty="0"/>
              <a:t>Automated equipment for washing, filling, and capping purified water into 20-litre reusable bottles, ensuring hygienic and efficient packaging.</a:t>
            </a:r>
          </a:p>
        </p:txBody>
      </p:sp>
    </p:spTree>
    <p:extLst>
      <p:ext uri="{BB962C8B-B14F-4D97-AF65-F5344CB8AC3E}">
        <p14:creationId xmlns:p14="http://schemas.microsoft.com/office/powerpoint/2010/main" val="313156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E394-387D-C9F6-04C7-2CEC4AC3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0211"/>
          </a:xfrm>
        </p:spPr>
        <p:txBody>
          <a:bodyPr>
            <a:normAutofit fontScale="90000"/>
          </a:bodyPr>
          <a:lstStyle/>
          <a:p>
            <a:r>
              <a:rPr lang="en-US" sz="1400" dirty="0"/>
              <a:t>In here just change color of</a:t>
            </a:r>
            <a:br>
              <a:rPr lang="en-US" sz="1400" dirty="0"/>
            </a:br>
            <a:r>
              <a:rPr lang="en-US" sz="1400" dirty="0"/>
              <a:t>1.new bottle+20l water  bar (</a:t>
            </a:r>
            <a:r>
              <a:rPr lang="en-US" sz="1400" dirty="0" err="1"/>
              <a:t>iwe</a:t>
            </a:r>
            <a:r>
              <a:rPr lang="en-US" sz="1400" dirty="0"/>
              <a:t> blue)</a:t>
            </a:r>
            <a:br>
              <a:rPr lang="en-US" sz="1400" dirty="0"/>
            </a:br>
            <a:r>
              <a:rPr lang="en-US" sz="1400" dirty="0"/>
              <a:t>2.20l refill </a:t>
            </a:r>
            <a:r>
              <a:rPr lang="en-US" sz="1400" dirty="0" err="1"/>
              <a:t>iwe</a:t>
            </a:r>
            <a:r>
              <a:rPr lang="en-US" sz="1400" dirty="0"/>
              <a:t> bar (green)</a:t>
            </a:r>
            <a:br>
              <a:rPr lang="en-US" sz="1400" dirty="0"/>
            </a:br>
            <a:r>
              <a:rPr lang="en-US" sz="1400" dirty="0"/>
              <a:t>3.hizo cycle za </a:t>
            </a:r>
            <a:r>
              <a:rPr lang="en-US" sz="1400" b="1" dirty="0"/>
              <a:t>order status distribution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b="1" dirty="0"/>
              <a:t>payment status  </a:t>
            </a:r>
            <a:r>
              <a:rPr lang="en-US" sz="1400" dirty="0" err="1"/>
              <a:t>ziwe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rangi</a:t>
            </a:r>
            <a:r>
              <a:rPr lang="en-US" sz="1400" dirty="0"/>
              <a:t> </a:t>
            </a:r>
            <a:r>
              <a:rPr lang="en-US" sz="1400" dirty="0" err="1"/>
              <a:t>tofaut</a:t>
            </a:r>
            <a:r>
              <a:rPr lang="en-US" sz="1400" dirty="0"/>
              <a:t> </a:t>
            </a:r>
            <a:r>
              <a:rPr lang="en-US" sz="1400" dirty="0" err="1"/>
              <a:t>tofauti</a:t>
            </a:r>
            <a:r>
              <a:rPr lang="en-US" sz="1400" dirty="0"/>
              <a:t>(</a:t>
            </a:r>
            <a:r>
              <a:rPr lang="en-US" sz="1400" dirty="0" err="1"/>
              <a:t>blue,green,red</a:t>
            </a:r>
            <a:r>
              <a:rPr lang="en-US" sz="1400" dirty="0"/>
              <a:t>….)</a:t>
            </a:r>
            <a:r>
              <a:rPr lang="en-US" sz="1400" dirty="0" err="1"/>
              <a:t>na</a:t>
            </a:r>
            <a:r>
              <a:rPr lang="en-US" sz="1400" dirty="0"/>
              <a:t> percent </a:t>
            </a:r>
            <a:r>
              <a:rPr lang="en-US" sz="1400" dirty="0" err="1"/>
              <a:t>zake</a:t>
            </a:r>
            <a:r>
              <a:rPr lang="en-US" sz="1400" dirty="0"/>
              <a:t> %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ni</a:t>
            </a:r>
            <a:r>
              <a:rPr lang="en-US" sz="1400" dirty="0"/>
              <a:t>  </a:t>
            </a:r>
            <a:r>
              <a:rPr lang="en-US" sz="1400" dirty="0" err="1"/>
              <a:t>nini</a:t>
            </a:r>
            <a:r>
              <a:rPr lang="en-US" sz="1400" dirty="0"/>
              <a:t> </a:t>
            </a:r>
            <a:r>
              <a:rPr lang="en-US" sz="1400" dirty="0" err="1"/>
              <a:t>yan</a:t>
            </a:r>
            <a:r>
              <a:rPr lang="en-US" sz="1400" dirty="0"/>
              <a:t> </a:t>
            </a:r>
            <a:r>
              <a:rPr lang="en-US" sz="1400" dirty="0" err="1"/>
              <a:t>mfano</a:t>
            </a:r>
            <a:r>
              <a:rPr lang="en-US" sz="1400" dirty="0"/>
              <a:t> </a:t>
            </a:r>
            <a:r>
              <a:rPr lang="en-US" sz="1400" dirty="0" err="1"/>
              <a:t>kwenye</a:t>
            </a:r>
            <a:r>
              <a:rPr lang="en-US" sz="1400" dirty="0"/>
              <a:t> </a:t>
            </a:r>
            <a:r>
              <a:rPr lang="en-US" sz="1400" b="1" dirty="0"/>
              <a:t>cycle </a:t>
            </a:r>
            <a:r>
              <a:rPr lang="en-US" sz="1400" b="1" dirty="0" err="1"/>
              <a:t>ya</a:t>
            </a:r>
            <a:r>
              <a:rPr lang="en-US" sz="1400" b="1" dirty="0"/>
              <a:t> payment status </a:t>
            </a:r>
            <a:r>
              <a:rPr lang="en-US" sz="1400" dirty="0"/>
              <a:t>50%  </a:t>
            </a:r>
            <a:r>
              <a:rPr lang="en-US" sz="1400" dirty="0" err="1"/>
              <a:t>ni</a:t>
            </a:r>
            <a:r>
              <a:rPr lang="en-US" sz="1400" dirty="0"/>
              <a:t> cash payment(green), 50% bank payment(blue),</a:t>
            </a:r>
            <a:br>
              <a:rPr lang="en-US" sz="1400" dirty="0"/>
            </a:br>
            <a:r>
              <a:rPr lang="en-US" sz="1400" dirty="0" err="1"/>
              <a:t>kwenye</a:t>
            </a:r>
            <a:r>
              <a:rPr lang="en-US" sz="1400" dirty="0"/>
              <a:t> </a:t>
            </a:r>
            <a:r>
              <a:rPr lang="en-US" sz="1400" b="1" dirty="0"/>
              <a:t>cycle </a:t>
            </a:r>
            <a:r>
              <a:rPr lang="en-US" sz="1400" b="1" dirty="0" err="1"/>
              <a:t>ya</a:t>
            </a:r>
            <a:r>
              <a:rPr lang="en-US" sz="1400" b="1" dirty="0"/>
              <a:t> order status distribution </a:t>
            </a:r>
            <a:r>
              <a:rPr lang="en-US" sz="1400" dirty="0"/>
              <a:t>call/text 30% yellow, app 60% orange, website 10% green,whatsapp10% blue</a:t>
            </a:r>
            <a:br>
              <a:rPr lang="en-US" sz="1400" dirty="0"/>
            </a:br>
            <a:r>
              <a:rPr lang="en-US" sz="1400" dirty="0" err="1"/>
              <a:t>sio</a:t>
            </a:r>
            <a:r>
              <a:rPr lang="en-US" sz="1400" dirty="0"/>
              <a:t> </a:t>
            </a:r>
            <a:r>
              <a:rPr lang="en-US" sz="1400" dirty="0" err="1"/>
              <a:t>lazima</a:t>
            </a:r>
            <a:r>
              <a:rPr lang="en-US" sz="1400" dirty="0"/>
              <a:t> </a:t>
            </a:r>
            <a:r>
              <a:rPr lang="en-US" sz="1400" dirty="0" err="1"/>
              <a:t>iziwe</a:t>
            </a:r>
            <a:r>
              <a:rPr lang="en-US" sz="1400" dirty="0"/>
              <a:t> </a:t>
            </a:r>
            <a:r>
              <a:rPr lang="en-US" sz="1400" dirty="0" err="1"/>
              <a:t>rangi</a:t>
            </a:r>
            <a:r>
              <a:rPr lang="en-US" sz="1400" dirty="0"/>
              <a:t> </a:t>
            </a:r>
            <a:r>
              <a:rPr lang="en-US" sz="1400" dirty="0" err="1"/>
              <a:t>hizo</a:t>
            </a:r>
            <a:r>
              <a:rPr lang="en-US" sz="1400" dirty="0"/>
              <a:t>(</a:t>
            </a:r>
            <a:r>
              <a:rPr lang="en-US" sz="1400" dirty="0" err="1"/>
              <a:t>rangi</a:t>
            </a:r>
            <a:r>
              <a:rPr lang="en-US" sz="1400" dirty="0"/>
              <a:t> </a:t>
            </a:r>
            <a:r>
              <a:rPr lang="en-US" sz="1400" dirty="0" err="1"/>
              <a:t>zozote</a:t>
            </a:r>
            <a:r>
              <a:rPr lang="en-US" sz="1400" dirty="0"/>
              <a:t> </a:t>
            </a:r>
            <a:r>
              <a:rPr lang="en-US" sz="1400" dirty="0" err="1"/>
              <a:t>tu</a:t>
            </a:r>
            <a:r>
              <a:rPr lang="en-US" sz="1400" dirty="0"/>
              <a:t>)</a:t>
            </a:r>
            <a:endParaRPr lang="en-TZ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BBD5E7-7A4A-F079-5BB5-A0A825CBD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4" y="1690688"/>
            <a:ext cx="9678892" cy="46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6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D2EC-4F77-F368-032F-32664F9C7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90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Kwenye</a:t>
            </a:r>
            <a:r>
              <a:rPr lang="en-US" dirty="0"/>
              <a:t> app:1. </a:t>
            </a:r>
            <a:r>
              <a:rPr lang="en-US" dirty="0" err="1"/>
              <a:t>ondoa</a:t>
            </a:r>
            <a:r>
              <a:rPr lang="en-US" dirty="0"/>
              <a:t> order type</a:t>
            </a:r>
            <a:br>
              <a:rPr lang="en-US" dirty="0"/>
            </a:br>
            <a:r>
              <a:rPr lang="en-US" dirty="0"/>
              <a:t>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kwenye</a:t>
            </a:r>
            <a:r>
              <a:rPr lang="en-US" dirty="0"/>
              <a:t> app:1.ondoa order type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2.app </a:t>
            </a:r>
            <a:r>
              <a:rPr lang="en-US" dirty="0" err="1"/>
              <a:t>iwe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sehemu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kuchange</a:t>
            </a:r>
            <a:r>
              <a:rPr lang="en-US" dirty="0"/>
              <a:t> language(English or Swahili)</a:t>
            </a:r>
            <a:endParaRPr lang="en-TZ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91DC1-FECE-4A6A-EFE3-ABA878B8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59936"/>
            <a:ext cx="10515600" cy="1527048"/>
          </a:xfrm>
        </p:spPr>
        <p:txBody>
          <a:bodyPr/>
          <a:lstStyle/>
          <a:p>
            <a:pPr marL="0" indent="0">
              <a:buNone/>
            </a:pPr>
            <a:endParaRPr lang="en-T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3193B7-D551-ECE4-D8D9-7AC841AC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258" y="1027906"/>
            <a:ext cx="4008334" cy="296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0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6FFF0-4D8D-F2A2-8F9F-79DB98CB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291" y="301753"/>
            <a:ext cx="11001509" cy="138893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mtu</a:t>
            </a:r>
            <a:r>
              <a:rPr lang="en-US" dirty="0"/>
              <a:t> </a:t>
            </a:r>
            <a:r>
              <a:rPr lang="en-US" dirty="0" err="1"/>
              <a:t>hawezi</a:t>
            </a:r>
            <a:r>
              <a:rPr lang="en-US" dirty="0"/>
              <a:t> </a:t>
            </a:r>
            <a:r>
              <a:rPr lang="en-US" dirty="0" err="1"/>
              <a:t>kuweka</a:t>
            </a:r>
            <a:r>
              <a:rPr lang="en-US" dirty="0"/>
              <a:t> order </a:t>
            </a:r>
            <a:r>
              <a:rPr lang="en-US" dirty="0" err="1"/>
              <a:t>kupitia</a:t>
            </a:r>
            <a:r>
              <a:rPr lang="en-US" dirty="0"/>
              <a:t> website(</a:t>
            </a:r>
            <a:r>
              <a:rPr lang="en-US" dirty="0" err="1"/>
              <a:t>kwenye</a:t>
            </a:r>
            <a:r>
              <a:rPr lang="en-US" dirty="0"/>
              <a:t> </a:t>
            </a:r>
            <a:r>
              <a:rPr lang="en-US" dirty="0" err="1"/>
              <a:t>upande</a:t>
            </a:r>
            <a:r>
              <a:rPr lang="en-US" dirty="0"/>
              <a:t> </a:t>
            </a:r>
            <a:r>
              <a:rPr lang="en-US" dirty="0" err="1"/>
              <a:t>wa</a:t>
            </a:r>
            <a:r>
              <a:rPr lang="en-US" dirty="0"/>
              <a:t> </a:t>
            </a:r>
            <a:r>
              <a:rPr lang="en-US" dirty="0" err="1"/>
              <a:t>kuorder</a:t>
            </a:r>
            <a:r>
              <a:rPr lang="en-US" dirty="0"/>
              <a:t> website </a:t>
            </a:r>
            <a:r>
              <a:rPr lang="en-US" dirty="0" err="1"/>
              <a:t>haijaconnectiwa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 management portal)</a:t>
            </a:r>
            <a:endParaRPr lang="en-T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49696-8C96-8BCC-48A2-BE890ED9D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91" y="1929385"/>
            <a:ext cx="6231390" cy="4234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76A05-5E6F-B373-8BB0-E75AB4EDA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265" y="1690689"/>
            <a:ext cx="5027538" cy="448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86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54DF-3A46-5B1E-0ABB-C18C77592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Hapa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alignment:maneno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about us </a:t>
            </a:r>
            <a:r>
              <a:rPr lang="en-US" dirty="0" err="1"/>
              <a:t>yaanze</a:t>
            </a:r>
            <a:r>
              <a:rPr lang="en-US" dirty="0"/>
              <a:t> </a:t>
            </a:r>
            <a:r>
              <a:rPr lang="en-US" dirty="0" err="1"/>
              <a:t>sawa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our water </a:t>
            </a:r>
            <a:r>
              <a:rPr lang="en-US" dirty="0" err="1"/>
              <a:t>kama</a:t>
            </a:r>
            <a:r>
              <a:rPr lang="en-US" dirty="0"/>
              <a:t> </a:t>
            </a:r>
            <a:r>
              <a:rPr lang="en-US" dirty="0" err="1"/>
              <a:t>mengine</a:t>
            </a:r>
            <a:endParaRPr lang="en-T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CEF77A-A3B1-065E-BB41-8BE8770A4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60" y="1825624"/>
            <a:ext cx="7620673" cy="4584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2952D80-02EB-3C17-6DD5-78CE82E21568}"/>
                  </a:ext>
                </a:extLst>
              </p14:cNvPr>
              <p14:cNvContentPartPr/>
              <p14:nvPr/>
            </p14:nvContentPartPr>
            <p14:xfrm>
              <a:off x="3255048" y="4964976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2952D80-02EB-3C17-6DD5-78CE82E215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2408" y="49023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BEA2BD2-658D-2470-0414-367B5C8C8AD9}"/>
                  </a:ext>
                </a:extLst>
              </p14:cNvPr>
              <p14:cNvContentPartPr/>
              <p14:nvPr/>
            </p14:nvContentPartPr>
            <p14:xfrm>
              <a:off x="3246048" y="4617576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BEA2BD2-658D-2470-0414-367B5C8C8A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3048" y="455457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F23E69A-3BC9-C836-3F21-F21905F3C89A}"/>
                  </a:ext>
                </a:extLst>
              </p14:cNvPr>
              <p14:cNvContentPartPr/>
              <p14:nvPr/>
            </p14:nvContentPartPr>
            <p14:xfrm>
              <a:off x="3227688" y="4333896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F23E69A-3BC9-C836-3F21-F21905F3C8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64688" y="427125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48CB53B-3877-AB8D-2052-5675A0400885}"/>
                  </a:ext>
                </a:extLst>
              </p14:cNvPr>
              <p14:cNvContentPartPr/>
              <p14:nvPr/>
            </p14:nvContentPartPr>
            <p14:xfrm>
              <a:off x="3246048" y="4004856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48CB53B-3877-AB8D-2052-5675A04008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3048" y="394221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71546EF-0122-DBC6-D3AF-AE0B854D0C40}"/>
                  </a:ext>
                </a:extLst>
              </p14:cNvPr>
              <p14:cNvContentPartPr/>
              <p14:nvPr/>
            </p14:nvContentPartPr>
            <p14:xfrm>
              <a:off x="3236688" y="3648096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71546EF-0122-DBC6-D3AF-AE0B854D0C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4048" y="358545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AAD19BE-6C42-D1F8-3BA9-C62002AEF713}"/>
                  </a:ext>
                </a:extLst>
              </p14:cNvPr>
              <p14:cNvContentPartPr/>
              <p14:nvPr/>
            </p14:nvContentPartPr>
            <p14:xfrm>
              <a:off x="3200328" y="3254976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AAD19BE-6C42-D1F8-3BA9-C62002AEF7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7328" y="31923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B6C883A-4EF7-34CF-D592-FF6D0F2C74B9}"/>
                  </a:ext>
                </a:extLst>
              </p14:cNvPr>
              <p14:cNvContentPartPr/>
              <p14:nvPr/>
            </p14:nvContentPartPr>
            <p14:xfrm>
              <a:off x="3209328" y="2916936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B6C883A-4EF7-34CF-D592-FF6D0F2C74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6688" y="28539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EA7A813-A44F-5D0F-8B7F-905E2B5754C2}"/>
                  </a:ext>
                </a:extLst>
              </p14:cNvPr>
              <p14:cNvContentPartPr/>
              <p14:nvPr/>
            </p14:nvContentPartPr>
            <p14:xfrm>
              <a:off x="3172968" y="2569176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EA7A813-A44F-5D0F-8B7F-905E2B575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9968" y="25065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9DAB21F-5311-7716-DE10-7C262A74696A}"/>
                  </a:ext>
                </a:extLst>
              </p14:cNvPr>
              <p14:cNvContentPartPr/>
              <p14:nvPr/>
            </p14:nvContentPartPr>
            <p14:xfrm>
              <a:off x="3172968" y="2240136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9DAB21F-5311-7716-DE10-7C262A7469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9968" y="21771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06BC17F-CB22-B17E-6F8E-24532FFC9F73}"/>
                  </a:ext>
                </a:extLst>
              </p14:cNvPr>
              <p14:cNvContentPartPr/>
              <p14:nvPr/>
            </p14:nvContentPartPr>
            <p14:xfrm>
              <a:off x="3236688" y="2084616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06BC17F-CB22-B17E-6F8E-24532FFC9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4048" y="2021976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7EA9AF29-FED4-8F3A-36AC-8109562B2AFA}"/>
              </a:ext>
            </a:extLst>
          </p:cNvPr>
          <p:cNvGrpSpPr/>
          <p:nvPr/>
        </p:nvGrpSpPr>
        <p:grpSpPr>
          <a:xfrm>
            <a:off x="3463848" y="2596896"/>
            <a:ext cx="357480" cy="191160"/>
            <a:chOff x="3463848" y="2596896"/>
            <a:chExt cx="35748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1BE9A7C-9E02-97AF-969D-6D9682462C75}"/>
                    </a:ext>
                  </a:extLst>
                </p14:cNvPr>
                <p14:cNvContentPartPr/>
                <p14:nvPr/>
              </p14:nvContentPartPr>
              <p14:xfrm>
                <a:off x="3511008" y="2696976"/>
                <a:ext cx="310320" cy="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1BE9A7C-9E02-97AF-969D-6D9682462C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04888" y="2690856"/>
                  <a:ext cx="322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C814FD-6158-87BE-F9D7-8F163F361F3D}"/>
                    </a:ext>
                  </a:extLst>
                </p14:cNvPr>
                <p14:cNvContentPartPr/>
                <p14:nvPr/>
              </p14:nvContentPartPr>
              <p14:xfrm>
                <a:off x="3463848" y="2596896"/>
                <a:ext cx="129960" cy="191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C814FD-6158-87BE-F9D7-8F163F361F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57728" y="2590776"/>
                  <a:ext cx="1422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6E4EFCD-DE2A-1C17-B646-A6A3101D21A4}"/>
              </a:ext>
            </a:extLst>
          </p:cNvPr>
          <p:cNvGrpSpPr/>
          <p:nvPr/>
        </p:nvGrpSpPr>
        <p:grpSpPr>
          <a:xfrm>
            <a:off x="3515688" y="3108816"/>
            <a:ext cx="329760" cy="141840"/>
            <a:chOff x="3515688" y="3108816"/>
            <a:chExt cx="329760" cy="1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B23D9E0-7F92-B11F-2988-9BE8A5AB2941}"/>
                    </a:ext>
                  </a:extLst>
                </p14:cNvPr>
                <p14:cNvContentPartPr/>
                <p14:nvPr/>
              </p14:nvContentPartPr>
              <p14:xfrm>
                <a:off x="3575088" y="3169296"/>
                <a:ext cx="270360" cy="3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B23D9E0-7F92-B11F-2988-9BE8A5AB294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8968" y="3163176"/>
                  <a:ext cx="282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F93BC1-0E95-9B07-16F6-BCA682A0F6EB}"/>
                    </a:ext>
                  </a:extLst>
                </p14:cNvPr>
                <p14:cNvContentPartPr/>
                <p14:nvPr/>
              </p14:nvContentPartPr>
              <p14:xfrm>
                <a:off x="3515688" y="3108816"/>
                <a:ext cx="77040" cy="141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F93BC1-0E95-9B07-16F6-BCA682A0F6E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09568" y="3102696"/>
                  <a:ext cx="8928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DC18A82-27E4-61AF-DADF-BA8D627C4978}"/>
              </a:ext>
            </a:extLst>
          </p:cNvPr>
          <p:cNvGrpSpPr/>
          <p:nvPr/>
        </p:nvGrpSpPr>
        <p:grpSpPr>
          <a:xfrm>
            <a:off x="3464208" y="3648456"/>
            <a:ext cx="348840" cy="213480"/>
            <a:chOff x="3464208" y="3648456"/>
            <a:chExt cx="34884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41CA2A5-6DCF-44C0-DE88-9FEA8CFDA896}"/>
                    </a:ext>
                  </a:extLst>
                </p14:cNvPr>
                <p14:cNvContentPartPr/>
                <p14:nvPr/>
              </p14:nvContentPartPr>
              <p14:xfrm>
                <a:off x="3499128" y="3730536"/>
                <a:ext cx="31392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41CA2A5-6DCF-44C0-DE88-9FEA8CFDA8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93008" y="3724416"/>
                  <a:ext cx="326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4F2C67-9A99-6687-8C25-E97ED08F3C52}"/>
                    </a:ext>
                  </a:extLst>
                </p14:cNvPr>
                <p14:cNvContentPartPr/>
                <p14:nvPr/>
              </p14:nvContentPartPr>
              <p14:xfrm>
                <a:off x="3464208" y="3648456"/>
                <a:ext cx="112320" cy="21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4F2C67-9A99-6687-8C25-E97ED08F3C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58088" y="3642336"/>
                  <a:ext cx="12456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15E4A40-262D-1243-1198-03FCBDBCE7B8}"/>
                  </a:ext>
                </a:extLst>
              </p14:cNvPr>
              <p14:cNvContentPartPr/>
              <p14:nvPr/>
            </p14:nvContentPartPr>
            <p14:xfrm>
              <a:off x="3483648" y="4343256"/>
              <a:ext cx="338760" cy="18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15E4A40-262D-1243-1198-03FCBDBCE7B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77528" y="4337136"/>
                <a:ext cx="351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03EEA3A-0268-A184-F7AE-FDD80EBED3B6}"/>
                  </a:ext>
                </a:extLst>
              </p14:cNvPr>
              <p14:cNvContentPartPr/>
              <p14:nvPr/>
            </p14:nvContentPartPr>
            <p14:xfrm>
              <a:off x="3445488" y="4242816"/>
              <a:ext cx="208080" cy="1850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03EEA3A-0268-A184-F7AE-FDD80EBED3B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39368" y="4236696"/>
                <a:ext cx="2203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C83F6F-3036-B26F-B48B-5C6D77839967}"/>
                  </a:ext>
                </a:extLst>
              </p14:cNvPr>
              <p14:cNvContentPartPr/>
              <p14:nvPr/>
            </p14:nvContentPartPr>
            <p14:xfrm>
              <a:off x="3187008" y="2048256"/>
              <a:ext cx="83160" cy="3557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C83F6F-3036-B26F-B48B-5C6D7783996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80888" y="2042136"/>
                <a:ext cx="95400" cy="356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5999333-A6E8-2C19-080F-D8BAC84D0CDE}"/>
                  </a:ext>
                </a:extLst>
              </p14:cNvPr>
              <p14:cNvContentPartPr/>
              <p14:nvPr/>
            </p14:nvContentPartPr>
            <p14:xfrm>
              <a:off x="12581928" y="4425696"/>
              <a:ext cx="3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5999333-A6E8-2C19-080F-D8BAC84D0CD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575808" y="441957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8510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282</Words>
  <Application>Microsoft Office PowerPoint</Application>
  <PresentationFormat>Widescreen</PresentationFormat>
  <Paragraphs>10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hizi picha ndo zibaki </vt:lpstr>
      <vt:lpstr>In here just change color of 1.new bottle+20l water  bar (iwe blue) 2.20l refill iwe bar (green) 3.hizo cycle za order status distribution na payment status  ziwe na rangi tofaut tofauti(blue,green,red….)na percent zake % na ni  nini yan mfano kwenye cycle ya payment status 50%  ni cash payment(green), 50% bank payment(blue), kwenye cycle ya order status distribution call/text 30% yellow, app 60% orange, website 10% green,whatsapp10% blue sio lazima iziwe rangi hizo(rangi zozote tu)</vt:lpstr>
      <vt:lpstr>Kwenye app:1. ondoa order type                            kwenye app:1.ondoa order type       2.app iwe na sehemu ya kuchange language(English or Swahili)</vt:lpstr>
      <vt:lpstr>mtu hawezi kuweka order kupitia website(kwenye upande wa kuorder website haijaconnectiwa na  management portal)</vt:lpstr>
      <vt:lpstr>Hapa ni alignment:maneno ya about us yaanze sawa na our water kama mengine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PASTORY</dc:creator>
  <cp:lastModifiedBy>REGINA PASTORY</cp:lastModifiedBy>
  <cp:revision>3</cp:revision>
  <dcterms:created xsi:type="dcterms:W3CDTF">2026-09-30T07:22:12Z</dcterms:created>
  <dcterms:modified xsi:type="dcterms:W3CDTF">2026-10-01T11:25:01Z</dcterms:modified>
</cp:coreProperties>
</file>