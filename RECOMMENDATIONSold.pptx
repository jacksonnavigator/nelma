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3" r:id="rId14"/>
    <p:sldId id="274" r:id="rId15"/>
    <p:sldId id="268" r:id="rId16"/>
    <p:sldId id="270" r:id="rId17"/>
    <p:sldId id="271" r:id="rId18"/>
    <p:sldId id="272" r:id="rId19"/>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5:36.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6:05.3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6:06.9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6:09.5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416 3,'941'0,"-1241"-2,-593 18,850-13,29-3,0 0,0 1,0 1,0 1,0 0,-19 6,29-3,14 0,19 2,1-1,0-1,40 1,21 5,-45-2,-1 2,0 1,55 26,-95-37,0 1,1-1,-1 0,1 0,-1-1,1 0,0 0,0 0,-1-1,1 0,7 0,2-4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6:39.457"/>
    </inkml:context>
    <inkml:brush xml:id="br0">
      <inkml:brushProperty name="width" value="0.1" units="cm"/>
      <inkml:brushProperty name="height" value="0.2" units="cm"/>
      <inkml:brushProperty name="color" value="#FFFFFF"/>
      <inkml:brushProperty name="tip" value="rectangle"/>
      <inkml:brushProperty name="rasterOp" value="maskPen"/>
      <inkml:brushProperty name="ignorePressure" value="1"/>
    </inkml:brush>
  </inkml:definitions>
  <inkml:trace contextRef="#ctx0" brushRef="#br0">46 0,'7'9,"-1"-1,2 0,-1 0,1-1,1 0,-1 0,14 7,72 37,-62-35,204 83,-152-67,97 51,-180-83,1 0,-1 0,0 1,0-1,0 1,0-1,0 1,0 0,0-1,0 1,0 0,0 0,0-1,0 1,0 0,-1 0,1 0,0 0,-1 0,1 0,-1 0,1 0,-1 1,1-1,-1 0,0 0,0 0,1 0,-1 1,0-1,0 0,0 0,0 0,0 1,-1-1,1 0,0 0,0 0,-1 0,1 1,-1-1,1 0,-1 0,0 0,1 0,-1 0,0 0,0 0,1-1,-1 1,0 0,0 0,0 0,0-1,0 1,-2 0,-7 6,-1-1,0 0,0 0,-17 5,-32 8,0-2,-109 15,-121-6,265-26,37-3,51-4,360-2,-110 4,-283 3,-30 2,0-1,0 1,0 0,0 0,0 0,0 0,0 0,0 0,0 0,0 0,0 0,0 0,0-1,0 1,0 0,0 0,0 0,0 0,0 0,0 0,0 0,0 0,0 0,0-1,0 1,0 0,0 0,0 0,0 0,0 0,0 0,0 0,0 0,0 0,0 0,0 0,0-1,0 1,1 0,-1 0,0 0,0 0,0 0,0 0,0 0,0 0,-50-9,-378-29,65 9,299 20,48 5,18 1,27 0,585 7,-584-3,-21-1,0 0,-1 1,1 0,0 0,0 1,15 4,-23-5,0 0,-1 0,1 0,0 1,-1-1,1 0,-1 0,1 0,-1 0,0 0,1 1,-1-1,0 0,0 0,0 1,0-1,0 0,0 0,0 3,0 7,3-4,0-1,0 1,1 0,0-1,0 0,0 0,1 0,0-1,0 1,0-1,1 0,-1-1,1 1,1-1,7 4,17 9,65 24,-80-35,197 67,-128-47,-2 3,109 56,-183-81,0 1,-1 0,0 1,0 0,0 0,-1 1,0 0,11 13,-17-18,0 0,0 0,0-1,0 1,0 0,-1 0,1 0,0 0,-1 0,0 0,1 0,-1 0,0 0,0 0,0 0,-1 0,0 4,0-3,0 0,-1-1,1 1,-1 0,0-1,0 1,0-1,0 0,0 0,0 0,0 0,-1 0,1 0,-1 0,-3 1,-110 53,88-40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08:36:40.678"/>
    </inkml:context>
    <inkml:brush xml:id="br0">
      <inkml:brushProperty name="width" value="0.1" units="cm"/>
      <inkml:brushProperty name="height" value="0.2" units="cm"/>
      <inkml:brushProperty name="color" value="#FFFFFF"/>
      <inkml:brushProperty name="tip" value="rectangle"/>
      <inkml:brushProperty name="rasterOp" value="maskPen"/>
      <inkml:brushProperty name="ignorePressure" value="1"/>
    </inkml:brush>
  </inkml:definitions>
  <inkml:trace contextRef="#ctx0" brushRef="#br0">2266 465,'-47'2,"0"2,1 1,0 3,0 2,1 2,-77 30,-161 83,249-107,1 1,1 2,1 2,1 1,1 1,-27 29,49-45,-1 0,1 0,1 0,-1 1,2 0,-1 0,2 1,-1-1,1 1,1 0,0 0,0 1,1-1,1 0,0 1,0-1,1 1,1-1,0 1,0-1,1 1,1-1,0 0,0 0,1 0,1 0,0-1,0 0,1 0,0 0,1-1,0 0,0 0,1 0,0-1,1 0,-1-1,2 0,14 9,7 0,0-1,2-2,-1-1,2-2,0-1,0-1,35 3,251 9,-283-19,587-1,-592-1,-17 2,1-1,-1-1,1 0,-1-1,0 0,0-2,0 1,0-2,27-12,-38 14,0 0,-1-1,0 1,0-1,0 0,0 0,-1 0,1 0,-1 0,0-1,-1 1,1 0,-1-1,1 0,-1 1,-1-1,1 0,-1 1,1-1,-1 0,-1 0,-1-8,1 0,-1-1,0 1,-2 1,1-1,-1 0,-1 1,-9-17,-1 7,-2-1,0 2,-2 0,0 2,-2 0,-42-31,-57-37,-4 5,-3 5,-160-69,-429-129,167 113,-4 52,543 109,-91-8,93 9,1 0,0 1,0 0,0 0,0 1,0 0,0 0,0 0,1 1,-11 6,13-7,0 1,1 1,-1-1,1 0,0 1,0-1,0 1,1 0,-1 0,1 0,0 1,0-1,1 0,-1 1,1-1,0 1,0-1,0 9,0 7,0-1,2 1,3 21,-3-32,4 37,2 0,2 0,19 55,-18-75,1 0,0 0,2-1,2-1,0 0,32 38,-8-20,2-2,3-2,0-2,2-1,2-3,1-2,1-2,84 33,-35-23,2-5,1-4,181 28,-258-54,36 8,1-3,1-3,-1-2,85-8,-141 4,1 1,-1-2,1 1,-1-1,0 0,1 0,-1 0,0-1,-1 0,1 0,0-1,-1 1,9-9,-11 9,-1 0,0-1,0 1,0-1,0 0,0 1,-1-1,1 0,-1 0,0 0,-1 0,1 0,0 0,-1 0,0 0,0 0,0 0,-1 0,0 0,1 0,-1 0,-2-5,1 3,0-1,-1 1,0 0,0 0,0 1,0-1,-1 1,0 0,0-1,-1 2,1-1,-1 0,0 1,0 0,-1 0,1 1,-1-1,0 1,0 1,0-1,0 1,0 0,0 0,-10-1,-15-2,1 2,-1 1,0 1,-31 4,20-1,-47 5,60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C53FF-D29F-040F-75F5-04682B9F18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89D35E02-709F-7EDE-CC39-A266DD9DE3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7AEA01E0-A61B-4CD3-B0D8-35FBA774BA57}"/>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DFF4F7E8-AD7F-8FA1-E76D-6D7A925062CA}"/>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085D86CF-4288-BD3C-9EA8-B007310F4F7C}"/>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3715821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C3BC-A382-D091-9E79-F1191887F34B}"/>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0EDAA426-26DB-853A-43AC-8B3EEBFAFC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64789742-FD56-E202-A160-9C174B39C7D0}"/>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186973D2-93CD-A53A-44BB-362B1CFCE121}"/>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EF808038-52C4-4ED9-5757-5DCCAD42673B}"/>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3819707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CFB9-B90F-F690-8440-42372E0A1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46E8F4F9-DE2C-0C83-9B5D-067C1D760E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3AEF9E-720C-8E26-B16D-EC0A01E897D7}"/>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317A4035-B890-C494-B946-2CCB8524C47F}"/>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B0AE3C2A-2A2C-81E1-1054-DEF60E3EB82A}"/>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36248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AA82-9E93-232C-3988-D7C5CB4B9410}"/>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F30F064B-6839-15B0-39DA-C2B2660268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DB80E5D6-EDE6-AFDF-498D-69F2498603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4E837175-7349-F353-854A-C901EB8BAABE}"/>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6" name="Footer Placeholder 5">
            <a:extLst>
              <a:ext uri="{FF2B5EF4-FFF2-40B4-BE49-F238E27FC236}">
                <a16:creationId xmlns:a16="http://schemas.microsoft.com/office/drawing/2014/main" id="{BE563DC5-0BF0-2F08-F78D-B19DB3BF4C36}"/>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86D07EFE-0CFC-AFF2-73DC-CF469826FEB3}"/>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161297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27BB0-8DB6-CFEC-2A96-6B763E6E6B9B}"/>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3A251BBD-E38F-83ED-F3AC-43265EDC49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354A10-BC40-D736-5ACC-C526EA9915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CDB9FC66-79C2-503F-3B5B-2ECAEB21D3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14994-6C72-0342-F799-D7AD56F135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5BF5E17C-0C8F-5C52-F574-92319672D6CC}"/>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8" name="Footer Placeholder 7">
            <a:extLst>
              <a:ext uri="{FF2B5EF4-FFF2-40B4-BE49-F238E27FC236}">
                <a16:creationId xmlns:a16="http://schemas.microsoft.com/office/drawing/2014/main" id="{E4AE4C71-7863-6617-5773-B7038E10EBB4}"/>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B968B6A7-CF46-869A-CFF7-DF2B1CE12811}"/>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926567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A980-D597-37DD-4297-7D665F9CD2BF}"/>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37A156E4-C30B-9C47-9509-3DF8C8ED0093}"/>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4" name="Footer Placeholder 3">
            <a:extLst>
              <a:ext uri="{FF2B5EF4-FFF2-40B4-BE49-F238E27FC236}">
                <a16:creationId xmlns:a16="http://schemas.microsoft.com/office/drawing/2014/main" id="{75D34C80-883B-68AA-8F91-E7FF8BB232E9}"/>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9BA5A707-DEDD-25E2-06F7-1075B5EC4EB4}"/>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4067716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29D21A-8C62-31FD-36E1-370C3A011A0D}"/>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3" name="Footer Placeholder 2">
            <a:extLst>
              <a:ext uri="{FF2B5EF4-FFF2-40B4-BE49-F238E27FC236}">
                <a16:creationId xmlns:a16="http://schemas.microsoft.com/office/drawing/2014/main" id="{582ED2D7-9516-0F29-347C-A8547E54D790}"/>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A02DA814-6002-12AC-2F56-73872209F7D2}"/>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360102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49579-4E5E-D126-D9DB-4C53FC7A1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6D4BB367-DD4A-7364-4174-AA7BA0B21D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A8CC62C4-15F7-81F8-5F2F-807419AD4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882C41-8273-0D80-DFC0-76E17416FBAC}"/>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6" name="Footer Placeholder 5">
            <a:extLst>
              <a:ext uri="{FF2B5EF4-FFF2-40B4-BE49-F238E27FC236}">
                <a16:creationId xmlns:a16="http://schemas.microsoft.com/office/drawing/2014/main" id="{A8EEFC85-62F2-28C0-FB21-DF89153AC098}"/>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E1CA4AEF-D896-194E-A4F2-3ABD6DBB7D57}"/>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1380239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EFDD-1240-CDD1-239F-7BBF1FFF63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F84B0D79-419C-66BE-B06F-BE8F14272D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7F93A107-16C6-0C0A-0341-5DB55F6A61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4D0FDB-DBF1-3E1B-55DB-62B6725415FD}"/>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6" name="Footer Placeholder 5">
            <a:extLst>
              <a:ext uri="{FF2B5EF4-FFF2-40B4-BE49-F238E27FC236}">
                <a16:creationId xmlns:a16="http://schemas.microsoft.com/office/drawing/2014/main" id="{03279D1B-26AC-7987-C2C2-C1B2C2390DC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003A7235-A6B5-83EF-603C-C70ABFFB24D2}"/>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2322846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762E-9E99-6BC7-D199-CB8D6843A886}"/>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E78A38F5-DF80-ABD9-BB62-89AF40F9CC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F89B7901-4A50-C218-174E-D07BBEE00116}"/>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5592E691-E61A-BC1D-A632-B9BA70B39043}"/>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9CB4CA29-9C9B-1F02-7B8D-1C163D1C1522}"/>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2374786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2525C3-A0A5-9C64-45E8-254446EFFF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8F17B241-1BDF-DF76-5B3B-35E8316F0A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4A2785EE-D520-93C1-ADAB-98FBE3C1137E}"/>
              </a:ext>
            </a:extLst>
          </p:cNvPr>
          <p:cNvSpPr>
            <a:spLocks noGrp="1"/>
          </p:cNvSpPr>
          <p:nvPr>
            <p:ph type="dt" sz="half" idx="10"/>
          </p:nvPr>
        </p:nvSpPr>
        <p:spPr/>
        <p:txBody>
          <a:body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02A7DFF2-AE8B-1D9A-2F77-D6F441E2D2EE}"/>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9CB6C00A-8DB6-A79D-8D4E-70ED52228258}"/>
              </a:ext>
            </a:extLst>
          </p:cNvPr>
          <p:cNvSpPr>
            <a:spLocks noGrp="1"/>
          </p:cNvSpPr>
          <p:nvPr>
            <p:ph type="sldNum" sz="quarter" idx="12"/>
          </p:nvPr>
        </p:nvSpPr>
        <p:spPr/>
        <p:txBody>
          <a:bodyPr/>
          <a:lstStyle/>
          <a:p>
            <a:fld id="{999ECB70-432E-49A2-8CDF-6BEC30140BDD}" type="slidenum">
              <a:rPr lang="en-TZ" smtClean="0"/>
              <a:t>‹#›</a:t>
            </a:fld>
            <a:endParaRPr lang="en-TZ"/>
          </a:p>
        </p:txBody>
      </p:sp>
    </p:spTree>
    <p:extLst>
      <p:ext uri="{BB962C8B-B14F-4D97-AF65-F5344CB8AC3E}">
        <p14:creationId xmlns:p14="http://schemas.microsoft.com/office/powerpoint/2010/main" val="3246959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2DAF35-5B39-6051-A0A8-B17F36C002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F0BD68D8-9BF2-1A1A-8B58-B53E14E4B9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8F595CEF-DB8F-DDA6-9EC3-E579FD30C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B0117-2245-436E-B2A0-26DEC7DB56F0}" type="datetimeFigureOut">
              <a:rPr lang="en-TZ" smtClean="0"/>
              <a:t>30/09/2026</a:t>
            </a:fld>
            <a:endParaRPr lang="en-TZ"/>
          </a:p>
        </p:txBody>
      </p:sp>
      <p:sp>
        <p:nvSpPr>
          <p:cNvPr id="5" name="Footer Placeholder 4">
            <a:extLst>
              <a:ext uri="{FF2B5EF4-FFF2-40B4-BE49-F238E27FC236}">
                <a16:creationId xmlns:a16="http://schemas.microsoft.com/office/drawing/2014/main" id="{E52CBD2B-4487-27B8-CC7F-DC05AF2AF2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52E02752-E4AD-BB9C-01E7-DA1FDE6CB3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9ECB70-432E-49A2-8CDF-6BEC30140BDD}" type="slidenum">
              <a:rPr lang="en-TZ" smtClean="0"/>
              <a:t>‹#›</a:t>
            </a:fld>
            <a:endParaRPr lang="en-TZ"/>
          </a:p>
        </p:txBody>
      </p:sp>
    </p:spTree>
    <p:extLst>
      <p:ext uri="{BB962C8B-B14F-4D97-AF65-F5344CB8AC3E}">
        <p14:creationId xmlns:p14="http://schemas.microsoft.com/office/powerpoint/2010/main" val="3627052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customXml" Target="../ink/ink3.xml"/><Relationship Id="rId12" Type="http://schemas.openxmlformats.org/officeDocument/2006/relationships/customXml" Target="../ink/ink6.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7.png"/><Relationship Id="rId5" Type="http://schemas.openxmlformats.org/officeDocument/2006/relationships/image" Target="../media/image15.png"/><Relationship Id="rId15" Type="http://schemas.openxmlformats.org/officeDocument/2006/relationships/image" Target="../media/image12.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6.png"/><Relationship Id="rId1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A8518-151D-07E4-C44F-C8D506ABF466}"/>
              </a:ext>
            </a:extLst>
          </p:cNvPr>
          <p:cNvSpPr>
            <a:spLocks noGrp="1"/>
          </p:cNvSpPr>
          <p:nvPr>
            <p:ph type="ctrTitle"/>
          </p:nvPr>
        </p:nvSpPr>
        <p:spPr/>
        <p:txBody>
          <a:bodyPr/>
          <a:lstStyle/>
          <a:p>
            <a:endParaRPr lang="en-TZ"/>
          </a:p>
        </p:txBody>
      </p:sp>
      <p:sp>
        <p:nvSpPr>
          <p:cNvPr id="3" name="Subtitle 2">
            <a:extLst>
              <a:ext uri="{FF2B5EF4-FFF2-40B4-BE49-F238E27FC236}">
                <a16:creationId xmlns:a16="http://schemas.microsoft.com/office/drawing/2014/main" id="{040A9DF8-3EB2-C8B5-A7D8-0BDCD4682C0F}"/>
              </a:ext>
            </a:extLst>
          </p:cNvPr>
          <p:cNvSpPr>
            <a:spLocks noGrp="1"/>
          </p:cNvSpPr>
          <p:nvPr>
            <p:ph type="subTitle" idx="1"/>
          </p:nvPr>
        </p:nvSpPr>
        <p:spPr/>
        <p:txBody>
          <a:bodyPr/>
          <a:lstStyle/>
          <a:p>
            <a:endParaRPr lang="en-TZ"/>
          </a:p>
        </p:txBody>
      </p:sp>
      <p:pic>
        <p:nvPicPr>
          <p:cNvPr id="5" name="Picture 4">
            <a:extLst>
              <a:ext uri="{FF2B5EF4-FFF2-40B4-BE49-F238E27FC236}">
                <a16:creationId xmlns:a16="http://schemas.microsoft.com/office/drawing/2014/main" id="{3E16F5BE-6850-D160-77E7-4989021C0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2873"/>
            <a:ext cx="12192000" cy="5845127"/>
          </a:xfrm>
          <a:prstGeom prst="rect">
            <a:avLst/>
          </a:prstGeom>
        </p:spPr>
      </p:pic>
      <p:pic>
        <p:nvPicPr>
          <p:cNvPr id="8" name="Picture 7">
            <a:extLst>
              <a:ext uri="{FF2B5EF4-FFF2-40B4-BE49-F238E27FC236}">
                <a16:creationId xmlns:a16="http://schemas.microsoft.com/office/drawing/2014/main" id="{3C0F1AE7-FFED-558B-AC7A-EAF06BC092F6}"/>
              </a:ext>
            </a:extLst>
          </p:cNvPr>
          <p:cNvPicPr>
            <a:picLocks noChangeAspect="1"/>
          </p:cNvPicPr>
          <p:nvPr/>
        </p:nvPicPr>
        <p:blipFill>
          <a:blip r:embed="rId3"/>
          <a:srcRect l="55587" b="-7691"/>
          <a:stretch>
            <a:fillRect/>
          </a:stretch>
        </p:blipFill>
        <p:spPr>
          <a:xfrm>
            <a:off x="3172967" y="1012873"/>
            <a:ext cx="3127202" cy="523319"/>
          </a:xfrm>
          <a:prstGeom prst="rect">
            <a:avLst/>
          </a:prstGeom>
        </p:spPr>
      </p:pic>
      <p:pic>
        <p:nvPicPr>
          <p:cNvPr id="10" name="Picture 9">
            <a:extLst>
              <a:ext uri="{FF2B5EF4-FFF2-40B4-BE49-F238E27FC236}">
                <a16:creationId xmlns:a16="http://schemas.microsoft.com/office/drawing/2014/main" id="{97AD983E-940D-059F-7931-1E9E08063A5C}"/>
              </a:ext>
            </a:extLst>
          </p:cNvPr>
          <p:cNvPicPr>
            <a:picLocks noChangeAspect="1"/>
          </p:cNvPicPr>
          <p:nvPr/>
        </p:nvPicPr>
        <p:blipFill>
          <a:blip r:embed="rId4"/>
          <a:stretch>
            <a:fillRect/>
          </a:stretch>
        </p:blipFill>
        <p:spPr>
          <a:xfrm>
            <a:off x="6300170" y="1121188"/>
            <a:ext cx="972404" cy="313245"/>
          </a:xfrm>
          <a:prstGeom prst="rect">
            <a:avLst/>
          </a:prstGeom>
        </p:spPr>
      </p:pic>
      <p:pic>
        <p:nvPicPr>
          <p:cNvPr id="12" name="Picture 11">
            <a:extLst>
              <a:ext uri="{FF2B5EF4-FFF2-40B4-BE49-F238E27FC236}">
                <a16:creationId xmlns:a16="http://schemas.microsoft.com/office/drawing/2014/main" id="{C474DDC6-CBDE-CD27-6921-19C61E178755}"/>
              </a:ext>
            </a:extLst>
          </p:cNvPr>
          <p:cNvPicPr>
            <a:picLocks noChangeAspect="1"/>
          </p:cNvPicPr>
          <p:nvPr/>
        </p:nvPicPr>
        <p:blipFill>
          <a:blip r:embed="rId5"/>
          <a:stretch>
            <a:fillRect/>
          </a:stretch>
        </p:blipFill>
        <p:spPr>
          <a:xfrm>
            <a:off x="7272573" y="1030288"/>
            <a:ext cx="951058" cy="430967"/>
          </a:xfrm>
          <a:prstGeom prst="rect">
            <a:avLst/>
          </a:prstGeom>
        </p:spPr>
      </p:pic>
      <p:pic>
        <p:nvPicPr>
          <p:cNvPr id="14" name="Picture 13">
            <a:extLst>
              <a:ext uri="{FF2B5EF4-FFF2-40B4-BE49-F238E27FC236}">
                <a16:creationId xmlns:a16="http://schemas.microsoft.com/office/drawing/2014/main" id="{AD6A37BA-F105-C257-3D65-84C8EB3F1188}"/>
              </a:ext>
            </a:extLst>
          </p:cNvPr>
          <p:cNvPicPr>
            <a:picLocks noChangeAspect="1"/>
          </p:cNvPicPr>
          <p:nvPr/>
        </p:nvPicPr>
        <p:blipFill>
          <a:blip r:embed="rId6"/>
          <a:stretch>
            <a:fillRect/>
          </a:stretch>
        </p:blipFill>
        <p:spPr>
          <a:xfrm>
            <a:off x="8348374" y="1012873"/>
            <a:ext cx="3718882" cy="523319"/>
          </a:xfrm>
          <a:prstGeom prst="rect">
            <a:avLst/>
          </a:prstGeom>
        </p:spPr>
      </p:pic>
      <p:pic>
        <p:nvPicPr>
          <p:cNvPr id="18" name="Picture 17">
            <a:extLst>
              <a:ext uri="{FF2B5EF4-FFF2-40B4-BE49-F238E27FC236}">
                <a16:creationId xmlns:a16="http://schemas.microsoft.com/office/drawing/2014/main" id="{332DF516-65E7-E573-9362-AF5E570B54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60706" y="2257261"/>
            <a:ext cx="3700598" cy="2343477"/>
          </a:xfrm>
          <a:prstGeom prst="rect">
            <a:avLst/>
          </a:prstGeom>
        </p:spPr>
      </p:pic>
    </p:spTree>
    <p:extLst>
      <p:ext uri="{BB962C8B-B14F-4D97-AF65-F5344CB8AC3E}">
        <p14:creationId xmlns:p14="http://schemas.microsoft.com/office/powerpoint/2010/main" val="174495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0183-C8F3-C1C4-6D9C-953B9332F354}"/>
              </a:ext>
            </a:extLst>
          </p:cNvPr>
          <p:cNvSpPr>
            <a:spLocks noGrp="1"/>
          </p:cNvSpPr>
          <p:nvPr>
            <p:ph type="title"/>
          </p:nvPr>
        </p:nvSpPr>
        <p:spPr>
          <a:xfrm>
            <a:off x="283464" y="127381"/>
            <a:ext cx="6364224" cy="613283"/>
          </a:xfrm>
        </p:spPr>
        <p:txBody>
          <a:bodyPr>
            <a:normAutofit fontScale="90000"/>
          </a:bodyPr>
          <a:lstStyle/>
          <a:p>
            <a:r>
              <a:rPr lang="en-US" dirty="0"/>
              <a:t>SUGGESTION ON VIEW </a:t>
            </a:r>
            <a:endParaRPr lang="en-TZ" dirty="0"/>
          </a:p>
        </p:txBody>
      </p:sp>
      <p:sp>
        <p:nvSpPr>
          <p:cNvPr id="6" name="TextBox 5">
            <a:extLst>
              <a:ext uri="{FF2B5EF4-FFF2-40B4-BE49-F238E27FC236}">
                <a16:creationId xmlns:a16="http://schemas.microsoft.com/office/drawing/2014/main" id="{A2F705FF-D22C-3CDC-06F5-2CCB0CB0C150}"/>
              </a:ext>
            </a:extLst>
          </p:cNvPr>
          <p:cNvSpPr txBox="1"/>
          <p:nvPr/>
        </p:nvSpPr>
        <p:spPr>
          <a:xfrm>
            <a:off x="82296" y="877824"/>
            <a:ext cx="11622024" cy="5463419"/>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IN HOME PAGE</a:t>
            </a:r>
          </a:p>
          <a:p>
            <a:endParaRPr lang="en-US" b="1" dirty="0"/>
          </a:p>
          <a:p>
            <a:r>
              <a:rPr lang="en-US" b="1" dirty="0">
                <a:latin typeface="Times New Roman" panose="02020603050405020304" pitchFamily="18" charset="0"/>
                <a:cs typeface="Times New Roman" panose="02020603050405020304" pitchFamily="18" charset="0"/>
              </a:rPr>
              <a:t>About Us</a:t>
            </a:r>
          </a:p>
          <a:p>
            <a:pPr algn="just">
              <a:lnSpc>
                <a:spcPct val="107000"/>
              </a:lnSpc>
              <a:spcAft>
                <a:spcPts val="800"/>
              </a:spcAft>
              <a:buNone/>
            </a:pPr>
            <a:r>
              <a:rPr lang="en-US" b="1" kern="100" dirty="0">
                <a:latin typeface="Times New Roman" panose="02020603050405020304" pitchFamily="18" charset="0"/>
                <a:ea typeface="Calibri" panose="020F0502020204030204" pitchFamily="34" charset="0"/>
                <a:cs typeface="Times New Roman" panose="02020603050405020304" pitchFamily="18" charset="0"/>
              </a:rPr>
              <a:t>Nelma Drinking Water</a:t>
            </a:r>
            <a:r>
              <a:rPr lang="en-US" kern="100" dirty="0">
                <a:latin typeface="Times New Roman" panose="02020603050405020304" pitchFamily="18" charset="0"/>
                <a:ea typeface="Calibri" panose="020F0502020204030204" pitchFamily="34" charset="0"/>
                <a:cs typeface="Times New Roman" panose="02020603050405020304" pitchFamily="18" charset="0"/>
              </a:rPr>
              <a:t> provides clean, safe, and refreshing 20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litre</a:t>
            </a:r>
            <a:r>
              <a:rPr lang="en-US" kern="100" dirty="0">
                <a:latin typeface="Times New Roman" panose="02020603050405020304" pitchFamily="18" charset="0"/>
                <a:ea typeface="Calibri" panose="020F0502020204030204" pitchFamily="34" charset="0"/>
                <a:cs typeface="Times New Roman" panose="02020603050405020304" pitchFamily="18" charset="0"/>
              </a:rPr>
              <a:t> water gallons for homes, business and offices. Produced in our factory in </a:t>
            </a:r>
            <a:r>
              <a:rPr lang="en-US" kern="100" dirty="0" err="1">
                <a:latin typeface="Times New Roman" panose="02020603050405020304" pitchFamily="18" charset="0"/>
                <a:ea typeface="Calibri" panose="020F0502020204030204" pitchFamily="34" charset="0"/>
                <a:cs typeface="Times New Roman" panose="02020603050405020304" pitchFamily="18" charset="0"/>
              </a:rPr>
              <a:t>Tengeru</a:t>
            </a:r>
            <a:r>
              <a:rPr lang="en-US" kern="100" dirty="0">
                <a:latin typeface="Times New Roman" panose="02020603050405020304" pitchFamily="18" charset="0"/>
                <a:ea typeface="Calibri" panose="020F0502020204030204" pitchFamily="34" charset="0"/>
                <a:cs typeface="Times New Roman" panose="02020603050405020304" pitchFamily="18" charset="0"/>
              </a:rPr>
              <a:t> at WISE Futures in Nelson Mandela African Institute of Science and Technology, every gallon is crafted to meet the highest standards of quality and safety, ensuring reliable hydration for daily use.</a:t>
            </a:r>
            <a:endParaRPr lang="en-TZ"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US" kern="100" dirty="0">
                <a:latin typeface="Times New Roman" panose="02020603050405020304" pitchFamily="18" charset="0"/>
                <a:ea typeface="Calibri" panose="020F0502020204030204" pitchFamily="34" charset="0"/>
                <a:cs typeface="Times New Roman" panose="02020603050405020304" pitchFamily="18" charset="0"/>
              </a:rPr>
              <a:t>From the very first sip, customers notice water that is fresh, naturally refreshing and of consistent quality. Our team is committed to maintaining strict quality control, making sure that every gallon delivered is safe, wholesome and ready for consumption. We understand how essential clean water is for health, productivity and overall wellbeing, we strive to provide a product that families and businesses can fully trust.</a:t>
            </a:r>
            <a:endParaRPr lang="en-TZ"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US" kern="100" dirty="0">
                <a:latin typeface="Times New Roman" panose="02020603050405020304" pitchFamily="18" charset="0"/>
                <a:ea typeface="Calibri" panose="020F0502020204030204" pitchFamily="34" charset="0"/>
                <a:cs typeface="Times New Roman" panose="02020603050405020304" pitchFamily="18" charset="0"/>
              </a:rPr>
              <a:t>Nelma Water currently serves the Arusha region, providing households and offices with a dependable source of hydration. True to our motto, </a:t>
            </a:r>
            <a:r>
              <a:rPr lang="en-US" b="1" kern="100" dirty="0">
                <a:latin typeface="Times New Roman" panose="02020603050405020304" pitchFamily="18" charset="0"/>
                <a:ea typeface="Calibri" panose="020F0502020204030204" pitchFamily="34" charset="0"/>
                <a:cs typeface="Times New Roman" panose="02020603050405020304" pitchFamily="18" charset="0"/>
              </a:rPr>
              <a:t>“Maji Safi </a:t>
            </a:r>
            <a:r>
              <a:rPr lang="en-US" b="1" kern="100" dirty="0" err="1">
                <a:latin typeface="Times New Roman" panose="02020603050405020304" pitchFamily="18" charset="0"/>
                <a:ea typeface="Calibri" panose="020F0502020204030204" pitchFamily="34" charset="0"/>
                <a:cs typeface="Times New Roman" panose="02020603050405020304" pitchFamily="18" charset="0"/>
              </a:rPr>
              <a:t>na</a:t>
            </a:r>
            <a:r>
              <a:rPr lang="en-US" b="1" kern="100" dirty="0">
                <a:latin typeface="Times New Roman" panose="02020603050405020304" pitchFamily="18" charset="0"/>
                <a:ea typeface="Calibri" panose="020F0502020204030204" pitchFamily="34" charset="0"/>
                <a:cs typeface="Times New Roman" panose="02020603050405020304" pitchFamily="18" charset="0"/>
              </a:rPr>
              <a:t> Salama,”</a:t>
            </a:r>
            <a:r>
              <a:rPr lang="en-US" kern="100" dirty="0">
                <a:latin typeface="Times New Roman" panose="02020603050405020304" pitchFamily="18" charset="0"/>
                <a:ea typeface="Calibri" panose="020F0502020204030204" pitchFamily="34" charset="0"/>
                <a:cs typeface="Times New Roman" panose="02020603050405020304" pitchFamily="18" charset="0"/>
              </a:rPr>
              <a:t> every stage of our production and handling process is carefully monitored, ensuring that our water meets rigorous safety standards.</a:t>
            </a:r>
            <a:endParaRPr lang="en-TZ"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US" kern="100" dirty="0">
                <a:latin typeface="Times New Roman" panose="02020603050405020304" pitchFamily="18" charset="0"/>
                <a:ea typeface="Calibri" panose="020F0502020204030204" pitchFamily="34" charset="0"/>
                <a:cs typeface="Times New Roman" panose="02020603050405020304" pitchFamily="18" charset="0"/>
              </a:rPr>
              <a:t>Our mission is to deliver more than just water, we aim to support healthy lifestyles and daily wellbeing by making clean, refreshing water easily accessible. By focusing on quality, safety, and customer satisfaction, Nelma Water continues to be a trusted choice for those who value pure, reliable hydration every day.</a:t>
            </a:r>
            <a:endParaRPr lang="en-TZ" kern="100" dirty="0">
              <a:latin typeface="Calibri" panose="020F0502020204030204" pitchFamily="34" charset="0"/>
              <a:ea typeface="Calibri" panose="020F0502020204030204" pitchFamily="34" charset="0"/>
              <a:cs typeface="Times New Roman" panose="02020603050405020304" pitchFamily="18" charset="0"/>
            </a:endParaRPr>
          </a:p>
          <a:p>
            <a:endParaRPr lang="en-TZ" b="1" dirty="0"/>
          </a:p>
        </p:txBody>
      </p:sp>
      <p:sp>
        <p:nvSpPr>
          <p:cNvPr id="16" name="Content Placeholder 15">
            <a:extLst>
              <a:ext uri="{FF2B5EF4-FFF2-40B4-BE49-F238E27FC236}">
                <a16:creationId xmlns:a16="http://schemas.microsoft.com/office/drawing/2014/main" id="{6E038F1E-9E74-359E-432A-4A0645448667}"/>
              </a:ext>
            </a:extLst>
          </p:cNvPr>
          <p:cNvSpPr>
            <a:spLocks noGrp="1"/>
          </p:cNvSpPr>
          <p:nvPr>
            <p:ph idx="1"/>
          </p:nvPr>
        </p:nvSpPr>
        <p:spPr>
          <a:xfrm>
            <a:off x="1591056" y="1825625"/>
            <a:ext cx="4233672" cy="442087"/>
          </a:xfrm>
        </p:spPr>
        <p:txBody>
          <a:bodyPr>
            <a:normAutofit lnSpcReduction="10000"/>
          </a:bodyPr>
          <a:lstStyle/>
          <a:p>
            <a:pPr marL="0" indent="0">
              <a:buNone/>
            </a:pPr>
            <a:endParaRPr lang="en-US" dirty="0"/>
          </a:p>
          <a:p>
            <a:pPr marL="0" indent="0">
              <a:buNone/>
            </a:pPr>
            <a:endParaRPr lang="en-TZ" dirty="0"/>
          </a:p>
        </p:txBody>
      </p:sp>
    </p:spTree>
    <p:extLst>
      <p:ext uri="{BB962C8B-B14F-4D97-AF65-F5344CB8AC3E}">
        <p14:creationId xmlns:p14="http://schemas.microsoft.com/office/powerpoint/2010/main" val="3999401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0A5D7-3823-BC18-83C7-708033E0011B}"/>
              </a:ext>
            </a:extLst>
          </p:cNvPr>
          <p:cNvSpPr>
            <a:spLocks noGrp="1"/>
          </p:cNvSpPr>
          <p:nvPr>
            <p:ph idx="1"/>
          </p:nvPr>
        </p:nvSpPr>
        <p:spPr>
          <a:xfrm>
            <a:off x="310896" y="502920"/>
            <a:ext cx="6638544" cy="5674043"/>
          </a:xfrm>
        </p:spPr>
        <p:txBody>
          <a:bodyPr>
            <a:normAutofit/>
          </a:bodyPr>
          <a:lstStyle/>
          <a:p>
            <a:pPr marL="0" indent="0">
              <a:buNone/>
            </a:pPr>
            <a:r>
              <a:rPr lang="en-US" sz="1800" b="1" dirty="0">
                <a:solidFill>
                  <a:schemeClr val="accent1">
                    <a:lumMod val="75000"/>
                  </a:schemeClr>
                </a:solidFill>
                <a:latin typeface="Times New Roman" panose="02020603050405020304" pitchFamily="18" charset="0"/>
                <a:cs typeface="Times New Roman" panose="02020603050405020304" pitchFamily="18" charset="0"/>
              </a:rPr>
              <a:t>IN </a:t>
            </a:r>
            <a:r>
              <a:rPr lang="en-TZ" sz="1800" b="1" dirty="0">
                <a:solidFill>
                  <a:schemeClr val="accent1">
                    <a:lumMod val="75000"/>
                  </a:schemeClr>
                </a:solidFill>
                <a:latin typeface="Times New Roman" panose="02020603050405020304" pitchFamily="18" charset="0"/>
                <a:cs typeface="Times New Roman" panose="02020603050405020304" pitchFamily="18" charset="0"/>
              </a:rPr>
              <a:t>OUR WATER</a:t>
            </a:r>
            <a:r>
              <a:rPr lang="en-US" sz="1800" b="1" dirty="0">
                <a:solidFill>
                  <a:schemeClr val="accent1">
                    <a:lumMod val="75000"/>
                  </a:schemeClr>
                </a:solidFill>
                <a:latin typeface="Times New Roman" panose="02020603050405020304" pitchFamily="18" charset="0"/>
                <a:cs typeface="Times New Roman" panose="02020603050405020304" pitchFamily="18" charset="0"/>
              </a:rPr>
              <a:t> PAGE</a:t>
            </a:r>
            <a:endParaRPr lang="en-US" sz="1800" b="1" dirty="0">
              <a:latin typeface="Times New Roman" panose="02020603050405020304" pitchFamily="18" charset="0"/>
              <a:cs typeface="Times New Roman" panose="02020603050405020304" pitchFamily="18" charset="0"/>
            </a:endParaRPr>
          </a:p>
          <a:p>
            <a:pPr marL="0" indent="0">
              <a:lnSpc>
                <a:spcPct val="100000"/>
              </a:lnSpc>
              <a:buNone/>
            </a:pPr>
            <a:endParaRPr lang="en-US" sz="1800" b="1" dirty="0">
              <a:latin typeface="Times New Roman" panose="02020603050405020304" pitchFamily="18" charset="0"/>
              <a:cs typeface="Times New Roman" panose="02020603050405020304" pitchFamily="18" charset="0"/>
            </a:endParaRPr>
          </a:p>
          <a:p>
            <a:pPr marL="0" indent="0">
              <a:lnSpc>
                <a:spcPct val="100000"/>
              </a:lnSpc>
              <a:buNone/>
            </a:pPr>
            <a:r>
              <a:rPr lang="en-US" sz="1800" b="1" dirty="0">
                <a:latin typeface="Times New Roman" panose="02020603050405020304" pitchFamily="18" charset="0"/>
                <a:cs typeface="Times New Roman" panose="02020603050405020304" pitchFamily="18" charset="0"/>
              </a:rPr>
              <a:t>Our Water</a:t>
            </a:r>
          </a:p>
          <a:p>
            <a:pPr marL="0" indent="0">
              <a:lnSpc>
                <a:spcPct val="100000"/>
              </a:lnSpc>
              <a:buNone/>
            </a:pPr>
            <a:r>
              <a:rPr lang="en-TZ" sz="1800" dirty="0">
                <a:latin typeface="Times New Roman" panose="02020603050405020304" pitchFamily="18" charset="0"/>
                <a:cs typeface="Times New Roman" panose="02020603050405020304" pitchFamily="18" charset="0"/>
              </a:rPr>
              <a:t>Nelma </a:t>
            </a:r>
            <a:r>
              <a:rPr lang="en-US" sz="1800" dirty="0">
                <a:latin typeface="Times New Roman" panose="02020603050405020304" pitchFamily="18" charset="0"/>
                <a:cs typeface="Times New Roman" panose="02020603050405020304" pitchFamily="18" charset="0"/>
              </a:rPr>
              <a:t>drinking </a:t>
            </a:r>
            <a:r>
              <a:rPr lang="en-TZ" sz="1800" dirty="0">
                <a:latin typeface="Times New Roman" panose="02020603050405020304" pitchFamily="18" charset="0"/>
                <a:cs typeface="Times New Roman" panose="02020603050405020304" pitchFamily="18" charset="0"/>
              </a:rPr>
              <a:t>Water is produced through a modern, science-driven purification process designed to deliver safe, clean and consistently high quality drinking water. Every stage of our production follows strict hygiene</a:t>
            </a:r>
            <a:r>
              <a:rPr lang="en-TZ" sz="1800" b="1"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protocols, advanced filtration methods, and continuous monitoring, ensuring the water that reaches our customers meets the highest safety standards.</a:t>
            </a:r>
          </a:p>
          <a:p>
            <a:pPr marL="0" indent="0">
              <a:buNone/>
            </a:pPr>
            <a:r>
              <a:rPr lang="en-TZ" sz="1800" dirty="0">
                <a:latin typeface="Times New Roman" panose="02020603050405020304" pitchFamily="18" charset="0"/>
                <a:cs typeface="Times New Roman" panose="02020603050405020304" pitchFamily="18" charset="0"/>
              </a:rPr>
              <a:t>We source our water and refine it using a carefully structured multi-stage purification system that effectively removes impurities while maintaining a smooth and refreshing drinking experience. Each part of the process is precisely managed to uphold quality, stability and consistency in every batch.</a:t>
            </a:r>
          </a:p>
          <a:p>
            <a:pPr marL="0" indent="0">
              <a:buNone/>
            </a:pPr>
            <a:r>
              <a:rPr lang="en-TZ" sz="1800" dirty="0">
                <a:latin typeface="Times New Roman" panose="02020603050405020304" pitchFamily="18" charset="0"/>
                <a:cs typeface="Times New Roman" panose="02020603050405020304" pitchFamily="18" charset="0"/>
              </a:rPr>
              <a:t>Our commitment to excellence, innovation, and reliability drives us to continually improve our systems in line with evolving consumer needs and regulatory requirements. This dedication to quality is what defines Nelma Water clean, safe, and trusted by the communities we proudly serve.</a:t>
            </a:r>
          </a:p>
          <a:p>
            <a:endParaRPr lang="en-TZ" dirty="0"/>
          </a:p>
        </p:txBody>
      </p:sp>
      <p:pic>
        <p:nvPicPr>
          <p:cNvPr id="5" name="Picture 4">
            <a:extLst>
              <a:ext uri="{FF2B5EF4-FFF2-40B4-BE49-F238E27FC236}">
                <a16:creationId xmlns:a16="http://schemas.microsoft.com/office/drawing/2014/main" id="{B85B75EE-D5F5-78F7-5277-82DD6FCC9225}"/>
              </a:ext>
            </a:extLst>
          </p:cNvPr>
          <p:cNvPicPr>
            <a:picLocks noChangeAspect="1"/>
          </p:cNvPicPr>
          <p:nvPr/>
        </p:nvPicPr>
        <p:blipFill>
          <a:blip r:embed="rId2">
            <a:extLst>
              <a:ext uri="{28A0092B-C50C-407E-A947-70E740481C1C}">
                <a14:useLocalDpi xmlns:a14="http://schemas.microsoft.com/office/drawing/2010/main" val="0"/>
              </a:ext>
            </a:extLst>
          </a:blip>
          <a:srcRect l="40125" t="30799" r="38875" b="5465"/>
          <a:stretch>
            <a:fillRect/>
          </a:stretch>
        </p:blipFill>
        <p:spPr>
          <a:xfrm>
            <a:off x="7744968" y="1014436"/>
            <a:ext cx="3758184" cy="4390215"/>
          </a:xfrm>
          <a:prstGeom prst="rect">
            <a:avLst/>
          </a:prstGeom>
        </p:spPr>
      </p:pic>
    </p:spTree>
    <p:extLst>
      <p:ext uri="{BB962C8B-B14F-4D97-AF65-F5344CB8AC3E}">
        <p14:creationId xmlns:p14="http://schemas.microsoft.com/office/powerpoint/2010/main" val="103489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82B35-0717-793B-7D05-F25C466F1DD6}"/>
              </a:ext>
            </a:extLst>
          </p:cNvPr>
          <p:cNvSpPr>
            <a:spLocks noGrp="1"/>
          </p:cNvSpPr>
          <p:nvPr>
            <p:ph idx="1"/>
          </p:nvPr>
        </p:nvSpPr>
        <p:spPr>
          <a:xfrm>
            <a:off x="210312" y="502920"/>
            <a:ext cx="7589520" cy="5751575"/>
          </a:xfrm>
        </p:spPr>
        <p:txBody>
          <a:bodyPr>
            <a:normAutofit/>
          </a:bodyPr>
          <a:lstStyle/>
          <a:p>
            <a:pPr marL="0" indent="0">
              <a:buNone/>
            </a:pPr>
            <a:r>
              <a:rPr lang="en-TZ" sz="2100" b="1" dirty="0">
                <a:latin typeface="Times New Roman" panose="02020603050405020304" pitchFamily="18" charset="0"/>
                <a:cs typeface="Times New Roman" panose="02020603050405020304" pitchFamily="18" charset="0"/>
              </a:rPr>
              <a:t>Our Process </a:t>
            </a:r>
          </a:p>
          <a:p>
            <a:pPr marL="0" indent="0" algn="just">
              <a:buNone/>
            </a:pPr>
            <a:r>
              <a:rPr lang="en-TZ" sz="1800" dirty="0">
                <a:latin typeface="Times New Roman" panose="02020603050405020304" pitchFamily="18" charset="0"/>
                <a:cs typeface="Times New Roman" panose="02020603050405020304" pitchFamily="18" charset="0"/>
              </a:rPr>
              <a:t>Nelma Drinking Water is produced through a 10-stage purification process to ensure clean, safe, and refreshing drinking water. The process begins with carefully selected source water, followed by sediment, sand, activated carbon,</a:t>
            </a:r>
            <a:r>
              <a:rPr lang="en-TZ" sz="1800" b="1"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and micron filtration to remove particles, impurities, unwanted tastes, and </a:t>
            </a:r>
            <a:r>
              <a:rPr lang="en-TZ" sz="1800" dirty="0" err="1">
                <a:latin typeface="Times New Roman" panose="02020603050405020304" pitchFamily="18" charset="0"/>
                <a:cs typeface="Times New Roman" panose="02020603050405020304" pitchFamily="18" charset="0"/>
              </a:rPr>
              <a:t>odors</a:t>
            </a:r>
            <a:r>
              <a:rPr lang="en-TZ" sz="1800" dirty="0">
                <a:latin typeface="Times New Roman" panose="02020603050405020304" pitchFamily="18" charset="0"/>
                <a:cs typeface="Times New Roman" panose="02020603050405020304" pitchFamily="18" charset="0"/>
              </a:rPr>
              <a:t>.</a:t>
            </a:r>
          </a:p>
          <a:p>
            <a:pPr marL="0" indent="0" algn="just">
              <a:buNone/>
            </a:pPr>
            <a:r>
              <a:rPr lang="en-TZ" sz="1800" dirty="0">
                <a:latin typeface="Times New Roman" panose="02020603050405020304" pitchFamily="18" charset="0"/>
                <a:cs typeface="Times New Roman" panose="02020603050405020304" pitchFamily="18" charset="0"/>
              </a:rPr>
              <a:t>The water then passes through Reverse Osmosis (RO) membranes, which remove dissolved salts, contaminants, and microorganisms at a very fine level. It is then treated with UV sterilization and ozone disinfection to provide additional protection and maintain freshness.</a:t>
            </a:r>
          </a:p>
          <a:p>
            <a:pPr marL="0" indent="0" algn="just">
              <a:buNone/>
            </a:pPr>
            <a:r>
              <a:rPr lang="en-TZ" sz="1800" dirty="0">
                <a:latin typeface="Times New Roman" panose="02020603050405020304" pitchFamily="18" charset="0"/>
                <a:cs typeface="Times New Roman" panose="02020603050405020304" pitchFamily="18" charset="0"/>
              </a:rPr>
              <a:t>Throughout the process, water quality is regularly monitored and tested to ensure safety and consistency. Finally, the purified water is hygienically bottled and sealed to preserve its quality until it reaches your home or office.</a:t>
            </a:r>
          </a:p>
          <a:p>
            <a:pPr marL="0" indent="0" algn="just">
              <a:buNone/>
            </a:pPr>
            <a:endParaRPr lang="en-TZ"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CE6DF4-2B4E-9F88-820D-49F8B6036FC9}"/>
              </a:ext>
            </a:extLst>
          </p:cNvPr>
          <p:cNvPicPr>
            <a:picLocks noChangeAspect="1"/>
          </p:cNvPicPr>
          <p:nvPr/>
        </p:nvPicPr>
        <p:blipFill>
          <a:blip r:embed="rId2">
            <a:extLst>
              <a:ext uri="{28A0092B-C50C-407E-A947-70E740481C1C}">
                <a14:useLocalDpi xmlns:a14="http://schemas.microsoft.com/office/drawing/2010/main" val="0"/>
              </a:ext>
            </a:extLst>
          </a:blip>
          <a:srcRect t="6061"/>
          <a:stretch>
            <a:fillRect/>
          </a:stretch>
        </p:blipFill>
        <p:spPr>
          <a:xfrm>
            <a:off x="7955280" y="786384"/>
            <a:ext cx="3812286" cy="4745736"/>
          </a:xfrm>
          <a:prstGeom prst="rect">
            <a:avLst/>
          </a:prstGeom>
        </p:spPr>
      </p:pic>
    </p:spTree>
    <p:extLst>
      <p:ext uri="{BB962C8B-B14F-4D97-AF65-F5344CB8AC3E}">
        <p14:creationId xmlns:p14="http://schemas.microsoft.com/office/powerpoint/2010/main" val="1204057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20FCD5-6A92-70C6-1964-3739C1B98EBF}"/>
              </a:ext>
            </a:extLst>
          </p:cNvPr>
          <p:cNvSpPr>
            <a:spLocks noGrp="1"/>
          </p:cNvSpPr>
          <p:nvPr>
            <p:ph idx="1"/>
          </p:nvPr>
        </p:nvSpPr>
        <p:spPr>
          <a:xfrm>
            <a:off x="694944" y="694944"/>
            <a:ext cx="5769864" cy="5482019"/>
          </a:xfrm>
        </p:spPr>
        <p:txBody>
          <a:bodyPr>
            <a:normAutofit/>
          </a:bodyPr>
          <a:lstStyle/>
          <a:p>
            <a:pPr marL="0" indent="0">
              <a:buNone/>
            </a:pPr>
            <a:r>
              <a:rPr lang="en-TZ" b="1" dirty="0"/>
              <a:t>Delivery</a:t>
            </a:r>
            <a:endParaRPr lang="en-TZ" dirty="0"/>
          </a:p>
          <a:p>
            <a:pPr marL="0" indent="0">
              <a:buNone/>
            </a:pPr>
            <a:r>
              <a:rPr lang="en-TZ" sz="1800" dirty="0">
                <a:latin typeface="Times New Roman" panose="02020603050405020304" pitchFamily="18" charset="0"/>
                <a:cs typeface="Times New Roman" panose="02020603050405020304" pitchFamily="18" charset="0"/>
              </a:rPr>
              <a:t>We know life is busy, and convenience matters. A 20-litre bottle of water is heavy, but our specialized</a:t>
            </a:r>
            <a:r>
              <a:rPr lang="en-TZ" sz="1800" b="1"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delivery team takes care of the lifting for you! When you buy 20 bottles or more, delivery is </a:t>
            </a:r>
            <a:r>
              <a:rPr lang="en-US" sz="1800" dirty="0">
                <a:latin typeface="Times New Roman" panose="02020603050405020304" pitchFamily="18" charset="0"/>
                <a:cs typeface="Times New Roman" panose="02020603050405020304" pitchFamily="18" charset="0"/>
              </a:rPr>
              <a:t>done</a:t>
            </a:r>
            <a:r>
              <a:rPr lang="en-TZ" sz="1800" b="1"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across all our service areas, whether you are a large office, a small shop or a home.</a:t>
            </a:r>
          </a:p>
          <a:p>
            <a:pPr marL="0" indent="0">
              <a:buNone/>
            </a:pPr>
            <a:r>
              <a:rPr lang="en-TZ" sz="1800" dirty="0">
                <a:latin typeface="Times New Roman" panose="02020603050405020304" pitchFamily="18" charset="0"/>
                <a:cs typeface="Times New Roman" panose="02020603050405020304" pitchFamily="18" charset="0"/>
              </a:rPr>
              <a:t>Our deliveries run on scheduled routes, ensuring you receive your water on a reliable, regular basis. If you ever run out unexpectedly, we can accommodate same-day or urgent delivery to keep you stocked. Ordering is easy you can reach us via phone, WhatsApp, email, or our</a:t>
            </a:r>
            <a:r>
              <a:rPr lang="en-TZ" sz="1800" b="1" dirty="0">
                <a:latin typeface="Times New Roman" panose="02020603050405020304" pitchFamily="18" charset="0"/>
                <a:cs typeface="Times New Roman" panose="02020603050405020304" pitchFamily="18" charset="0"/>
              </a:rPr>
              <a:t> </a:t>
            </a:r>
            <a:r>
              <a:rPr lang="en-TZ" sz="1800" dirty="0">
                <a:latin typeface="Times New Roman" panose="02020603050405020304" pitchFamily="18" charset="0"/>
                <a:cs typeface="Times New Roman" panose="02020603050405020304" pitchFamily="18" charset="0"/>
              </a:rPr>
              <a:t>website at any time.</a:t>
            </a:r>
          </a:p>
          <a:p>
            <a:pPr marL="0" indent="0">
              <a:buNone/>
            </a:pPr>
            <a:endParaRPr lang="en-TZ" dirty="0"/>
          </a:p>
        </p:txBody>
      </p:sp>
      <p:pic>
        <p:nvPicPr>
          <p:cNvPr id="5" name="Picture 4">
            <a:extLst>
              <a:ext uri="{FF2B5EF4-FFF2-40B4-BE49-F238E27FC236}">
                <a16:creationId xmlns:a16="http://schemas.microsoft.com/office/drawing/2014/main" id="{408A0833-C6B3-4951-F94E-80F841170B9B}"/>
              </a:ext>
            </a:extLst>
          </p:cNvPr>
          <p:cNvPicPr>
            <a:picLocks noChangeAspect="1"/>
          </p:cNvPicPr>
          <p:nvPr/>
        </p:nvPicPr>
        <p:blipFill>
          <a:blip r:embed="rId2"/>
          <a:stretch>
            <a:fillRect/>
          </a:stretch>
        </p:blipFill>
        <p:spPr>
          <a:xfrm>
            <a:off x="6790752" y="1042416"/>
            <a:ext cx="4794696" cy="3410712"/>
          </a:xfrm>
          <a:prstGeom prst="rect">
            <a:avLst/>
          </a:prstGeom>
        </p:spPr>
      </p:pic>
      <p:pic>
        <p:nvPicPr>
          <p:cNvPr id="7" name="Picture 6">
            <a:extLst>
              <a:ext uri="{FF2B5EF4-FFF2-40B4-BE49-F238E27FC236}">
                <a16:creationId xmlns:a16="http://schemas.microsoft.com/office/drawing/2014/main" id="{E959FB5B-DC8F-58E6-BA8E-F5CCC7D00FF3}"/>
              </a:ext>
            </a:extLst>
          </p:cNvPr>
          <p:cNvPicPr>
            <a:picLocks noChangeAspect="1"/>
          </p:cNvPicPr>
          <p:nvPr/>
        </p:nvPicPr>
        <p:blipFill>
          <a:blip r:embed="rId3">
            <a:extLst>
              <a:ext uri="{28A0092B-C50C-407E-A947-70E740481C1C}">
                <a14:useLocalDpi xmlns:a14="http://schemas.microsoft.com/office/drawing/2010/main" val="0"/>
              </a:ext>
            </a:extLst>
          </a:blip>
          <a:srcRect t="8005" r="35042" b="32003"/>
          <a:stretch>
            <a:fillRect/>
          </a:stretch>
        </p:blipFill>
        <p:spPr>
          <a:xfrm>
            <a:off x="9124092" y="3538728"/>
            <a:ext cx="779698" cy="384048"/>
          </a:xfrm>
          <a:prstGeom prst="rect">
            <a:avLst/>
          </a:prstGeom>
        </p:spPr>
      </p:pic>
    </p:spTree>
    <p:extLst>
      <p:ext uri="{BB962C8B-B14F-4D97-AF65-F5344CB8AC3E}">
        <p14:creationId xmlns:p14="http://schemas.microsoft.com/office/powerpoint/2010/main" val="634913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63E69-D383-B60F-4EAA-58A772104F71}"/>
              </a:ext>
            </a:extLst>
          </p:cNvPr>
          <p:cNvSpPr>
            <a:spLocks noGrp="1"/>
          </p:cNvSpPr>
          <p:nvPr>
            <p:ph type="title"/>
          </p:nvPr>
        </p:nvSpPr>
        <p:spPr>
          <a:xfrm>
            <a:off x="838200" y="365125"/>
            <a:ext cx="7373112" cy="677291"/>
          </a:xfrm>
        </p:spPr>
        <p:txBody>
          <a:bodyPr>
            <a:normAutofit/>
          </a:bodyPr>
          <a:lstStyle/>
          <a:p>
            <a:r>
              <a:rPr lang="en-US" sz="1800" b="1" dirty="0">
                <a:solidFill>
                  <a:schemeClr val="accent1">
                    <a:lumMod val="75000"/>
                  </a:schemeClr>
                </a:solidFill>
                <a:latin typeface="Times New Roman" panose="02020603050405020304" pitchFamily="18" charset="0"/>
                <a:cs typeface="Times New Roman" panose="02020603050405020304" pitchFamily="18" charset="0"/>
              </a:rPr>
              <a:t>IN PRICING PAGE</a:t>
            </a:r>
            <a:endParaRPr lang="en-TZ" sz="18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532483F-BFE4-5009-5FEC-8254F471F8C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593" t="8827" r="25919"/>
          <a:stretch>
            <a:fillRect/>
          </a:stretch>
        </p:blipFill>
        <p:spPr>
          <a:xfrm>
            <a:off x="1990344" y="1042416"/>
            <a:ext cx="7866888" cy="5724027"/>
          </a:xfrm>
          <a:prstGeom prst="rect">
            <a:avLst/>
          </a:prstGeom>
        </p:spPr>
      </p:pic>
      <p:pic>
        <p:nvPicPr>
          <p:cNvPr id="7" name="Picture 6">
            <a:extLst>
              <a:ext uri="{FF2B5EF4-FFF2-40B4-BE49-F238E27FC236}">
                <a16:creationId xmlns:a16="http://schemas.microsoft.com/office/drawing/2014/main" id="{87E32615-83F1-D56F-DC06-38C94D819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2989" y="3999974"/>
            <a:ext cx="2083723" cy="1347928"/>
          </a:xfrm>
          <a:prstGeom prst="rect">
            <a:avLst/>
          </a:prstGeom>
        </p:spPr>
      </p:pic>
      <p:pic>
        <p:nvPicPr>
          <p:cNvPr id="9" name="Picture 8">
            <a:extLst>
              <a:ext uri="{FF2B5EF4-FFF2-40B4-BE49-F238E27FC236}">
                <a16:creationId xmlns:a16="http://schemas.microsoft.com/office/drawing/2014/main" id="{776ED463-5AEE-4036-B276-AE63D65699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4495" y="3999974"/>
            <a:ext cx="1753017" cy="1468138"/>
          </a:xfrm>
          <a:prstGeom prst="rect">
            <a:avLst/>
          </a:prstGeom>
        </p:spPr>
      </p:pic>
    </p:spTree>
    <p:extLst>
      <p:ext uri="{BB962C8B-B14F-4D97-AF65-F5344CB8AC3E}">
        <p14:creationId xmlns:p14="http://schemas.microsoft.com/office/powerpoint/2010/main" val="460830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10E52-CFEA-CDE6-8906-4F58B10784DC}"/>
              </a:ext>
            </a:extLst>
          </p:cNvPr>
          <p:cNvSpPr>
            <a:spLocks noGrp="1"/>
          </p:cNvSpPr>
          <p:nvPr>
            <p:ph type="title"/>
          </p:nvPr>
        </p:nvSpPr>
        <p:spPr>
          <a:xfrm>
            <a:off x="838200" y="365125"/>
            <a:ext cx="10515600" cy="530987"/>
          </a:xfrm>
        </p:spPr>
        <p:txBody>
          <a:bodyPr>
            <a:normAutofit/>
          </a:bodyPr>
          <a:lstStyle/>
          <a:p>
            <a:r>
              <a:rPr lang="en-US" sz="1800" b="1" dirty="0">
                <a:solidFill>
                  <a:schemeClr val="accent1">
                    <a:lumMod val="75000"/>
                  </a:schemeClr>
                </a:solidFill>
                <a:latin typeface="Times New Roman" panose="02020603050405020304" pitchFamily="18" charset="0"/>
                <a:cs typeface="Times New Roman" panose="02020603050405020304" pitchFamily="18" charset="0"/>
              </a:rPr>
              <a:t>IN CONTACT US PAGE</a:t>
            </a:r>
            <a:endParaRPr lang="en-TZ" sz="18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B889604-85A6-3761-3C1C-5EBD42A6F4A7}"/>
              </a:ext>
            </a:extLst>
          </p:cNvPr>
          <p:cNvPicPr>
            <a:picLocks noChangeAspect="1"/>
          </p:cNvPicPr>
          <p:nvPr/>
        </p:nvPicPr>
        <p:blipFill>
          <a:blip r:embed="rId2">
            <a:extLst>
              <a:ext uri="{28A0092B-C50C-407E-A947-70E740481C1C}">
                <a14:useLocalDpi xmlns:a14="http://schemas.microsoft.com/office/drawing/2010/main" val="0"/>
              </a:ext>
            </a:extLst>
          </a:blip>
          <a:srcRect l="6560" r="10919"/>
          <a:stretch>
            <a:fillRect/>
          </a:stretch>
        </p:blipFill>
        <p:spPr>
          <a:xfrm>
            <a:off x="1325880" y="832105"/>
            <a:ext cx="8677656" cy="4608576"/>
          </a:xfrm>
          <a:prstGeom prst="rect">
            <a:avLst/>
          </a:prstGeom>
        </p:spPr>
      </p:pic>
      <p:pic>
        <p:nvPicPr>
          <p:cNvPr id="9" name="Picture 8">
            <a:extLst>
              <a:ext uri="{FF2B5EF4-FFF2-40B4-BE49-F238E27FC236}">
                <a16:creationId xmlns:a16="http://schemas.microsoft.com/office/drawing/2014/main" id="{C4AAB5F0-85F3-5C5E-B657-B0B88CD5B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40" y="3429001"/>
            <a:ext cx="9340596" cy="3300984"/>
          </a:xfrm>
          <a:prstGeom prst="rect">
            <a:avLst/>
          </a:prstGeom>
        </p:spPr>
      </p:pic>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1B081B9C-7489-D37B-54E8-5A88F57DFC86}"/>
                  </a:ext>
                </a:extLst>
              </p14:cNvPr>
              <p14:cNvContentPartPr/>
              <p14:nvPr/>
            </p14:nvContentPartPr>
            <p14:xfrm>
              <a:off x="6766488" y="4077936"/>
              <a:ext cx="360" cy="360"/>
            </p14:xfrm>
          </p:contentPart>
        </mc:Choice>
        <mc:Fallback>
          <p:pic>
            <p:nvPicPr>
              <p:cNvPr id="18" name="Ink 17">
                <a:extLst>
                  <a:ext uri="{FF2B5EF4-FFF2-40B4-BE49-F238E27FC236}">
                    <a16:creationId xmlns:a16="http://schemas.microsoft.com/office/drawing/2014/main" id="{1B081B9C-7489-D37B-54E8-5A88F57DFC86}"/>
                  </a:ext>
                </a:extLst>
              </p:cNvPr>
              <p:cNvPicPr/>
              <p:nvPr/>
            </p:nvPicPr>
            <p:blipFill>
              <a:blip r:embed="rId5"/>
              <a:stretch>
                <a:fillRect/>
              </a:stretch>
            </p:blipFill>
            <p:spPr>
              <a:xfrm>
                <a:off x="6676488" y="3898296"/>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1" name="Ink 20">
                <a:extLst>
                  <a:ext uri="{FF2B5EF4-FFF2-40B4-BE49-F238E27FC236}">
                    <a16:creationId xmlns:a16="http://schemas.microsoft.com/office/drawing/2014/main" id="{B58EB31F-3F33-75C0-EA6A-59BB2F22C1DD}"/>
                  </a:ext>
                </a:extLst>
              </p14:cNvPr>
              <p14:cNvContentPartPr/>
              <p14:nvPr/>
            </p14:nvContentPartPr>
            <p14:xfrm>
              <a:off x="5870088" y="4004856"/>
              <a:ext cx="360" cy="360"/>
            </p14:xfrm>
          </p:contentPart>
        </mc:Choice>
        <mc:Fallback>
          <p:pic>
            <p:nvPicPr>
              <p:cNvPr id="21" name="Ink 20">
                <a:extLst>
                  <a:ext uri="{FF2B5EF4-FFF2-40B4-BE49-F238E27FC236}">
                    <a16:creationId xmlns:a16="http://schemas.microsoft.com/office/drawing/2014/main" id="{B58EB31F-3F33-75C0-EA6A-59BB2F22C1DD}"/>
                  </a:ext>
                </a:extLst>
              </p:cNvPr>
              <p:cNvPicPr/>
              <p:nvPr/>
            </p:nvPicPr>
            <p:blipFill>
              <a:blip r:embed="rId5"/>
              <a:stretch>
                <a:fillRect/>
              </a:stretch>
            </p:blipFill>
            <p:spPr>
              <a:xfrm>
                <a:off x="5780448" y="3825216"/>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2" name="Ink 21">
                <a:extLst>
                  <a:ext uri="{FF2B5EF4-FFF2-40B4-BE49-F238E27FC236}">
                    <a16:creationId xmlns:a16="http://schemas.microsoft.com/office/drawing/2014/main" id="{3C2E8A24-440F-6438-0F41-8781E8263BFB}"/>
                  </a:ext>
                </a:extLst>
              </p14:cNvPr>
              <p14:cNvContentPartPr/>
              <p14:nvPr/>
            </p14:nvContentPartPr>
            <p14:xfrm>
              <a:off x="6053328" y="3959136"/>
              <a:ext cx="360" cy="360"/>
            </p14:xfrm>
          </p:contentPart>
        </mc:Choice>
        <mc:Fallback>
          <p:pic>
            <p:nvPicPr>
              <p:cNvPr id="22" name="Ink 21">
                <a:extLst>
                  <a:ext uri="{FF2B5EF4-FFF2-40B4-BE49-F238E27FC236}">
                    <a16:creationId xmlns:a16="http://schemas.microsoft.com/office/drawing/2014/main" id="{3C2E8A24-440F-6438-0F41-8781E8263BFB}"/>
                  </a:ext>
                </a:extLst>
              </p:cNvPr>
              <p:cNvPicPr/>
              <p:nvPr/>
            </p:nvPicPr>
            <p:blipFill>
              <a:blip r:embed="rId5"/>
              <a:stretch>
                <a:fillRect/>
              </a:stretch>
            </p:blipFill>
            <p:spPr>
              <a:xfrm>
                <a:off x="5963328" y="3779496"/>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3" name="Ink 22">
                <a:extLst>
                  <a:ext uri="{FF2B5EF4-FFF2-40B4-BE49-F238E27FC236}">
                    <a16:creationId xmlns:a16="http://schemas.microsoft.com/office/drawing/2014/main" id="{C5CAD617-7F38-0174-6F1D-9C9D5DBC6077}"/>
                  </a:ext>
                </a:extLst>
              </p14:cNvPr>
              <p14:cNvContentPartPr/>
              <p14:nvPr/>
            </p14:nvContentPartPr>
            <p14:xfrm>
              <a:off x="5885208" y="3958416"/>
              <a:ext cx="488880" cy="64800"/>
            </p14:xfrm>
          </p:contentPart>
        </mc:Choice>
        <mc:Fallback>
          <p:pic>
            <p:nvPicPr>
              <p:cNvPr id="23" name="Ink 22">
                <a:extLst>
                  <a:ext uri="{FF2B5EF4-FFF2-40B4-BE49-F238E27FC236}">
                    <a16:creationId xmlns:a16="http://schemas.microsoft.com/office/drawing/2014/main" id="{C5CAD617-7F38-0174-6F1D-9C9D5DBC6077}"/>
                  </a:ext>
                </a:extLst>
              </p:cNvPr>
              <p:cNvPicPr/>
              <p:nvPr/>
            </p:nvPicPr>
            <p:blipFill>
              <a:blip r:embed="rId9"/>
              <a:stretch>
                <a:fillRect/>
              </a:stretch>
            </p:blipFill>
            <p:spPr>
              <a:xfrm>
                <a:off x="5795208" y="3778776"/>
                <a:ext cx="668520" cy="4244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6" name="Ink 25">
                <a:extLst>
                  <a:ext uri="{FF2B5EF4-FFF2-40B4-BE49-F238E27FC236}">
                    <a16:creationId xmlns:a16="http://schemas.microsoft.com/office/drawing/2014/main" id="{53292D54-7E56-57C9-E983-E69F2A250E3A}"/>
                  </a:ext>
                </a:extLst>
              </p14:cNvPr>
              <p14:cNvContentPartPr/>
              <p14:nvPr/>
            </p14:nvContentPartPr>
            <p14:xfrm>
              <a:off x="5945328" y="3794616"/>
              <a:ext cx="593640" cy="376200"/>
            </p14:xfrm>
          </p:contentPart>
        </mc:Choice>
        <mc:Fallback>
          <p:pic>
            <p:nvPicPr>
              <p:cNvPr id="26" name="Ink 25">
                <a:extLst>
                  <a:ext uri="{FF2B5EF4-FFF2-40B4-BE49-F238E27FC236}">
                    <a16:creationId xmlns:a16="http://schemas.microsoft.com/office/drawing/2014/main" id="{53292D54-7E56-57C9-E983-E69F2A250E3A}"/>
                  </a:ext>
                </a:extLst>
              </p:cNvPr>
              <p:cNvPicPr/>
              <p:nvPr/>
            </p:nvPicPr>
            <p:blipFill>
              <a:blip r:embed="rId11"/>
              <a:stretch>
                <a:fillRect/>
              </a:stretch>
            </p:blipFill>
            <p:spPr>
              <a:xfrm>
                <a:off x="5927328" y="3758616"/>
                <a:ext cx="629280" cy="447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7" name="Ink 26">
                <a:extLst>
                  <a:ext uri="{FF2B5EF4-FFF2-40B4-BE49-F238E27FC236}">
                    <a16:creationId xmlns:a16="http://schemas.microsoft.com/office/drawing/2014/main" id="{BC106B11-9FC8-922E-C18F-048F2CA9F27D}"/>
                  </a:ext>
                </a:extLst>
              </p14:cNvPr>
              <p14:cNvContentPartPr/>
              <p14:nvPr/>
            </p14:nvContentPartPr>
            <p14:xfrm>
              <a:off x="5731488" y="3737016"/>
              <a:ext cx="1054800" cy="498600"/>
            </p14:xfrm>
          </p:contentPart>
        </mc:Choice>
        <mc:Fallback>
          <p:pic>
            <p:nvPicPr>
              <p:cNvPr id="27" name="Ink 26">
                <a:extLst>
                  <a:ext uri="{FF2B5EF4-FFF2-40B4-BE49-F238E27FC236}">
                    <a16:creationId xmlns:a16="http://schemas.microsoft.com/office/drawing/2014/main" id="{BC106B11-9FC8-922E-C18F-048F2CA9F27D}"/>
                  </a:ext>
                </a:extLst>
              </p:cNvPr>
              <p:cNvPicPr/>
              <p:nvPr/>
            </p:nvPicPr>
            <p:blipFill>
              <a:blip r:embed="rId13"/>
              <a:stretch>
                <a:fillRect/>
              </a:stretch>
            </p:blipFill>
            <p:spPr>
              <a:xfrm>
                <a:off x="5713488" y="3701016"/>
                <a:ext cx="1090440" cy="570240"/>
              </a:xfrm>
              <a:prstGeom prst="rect">
                <a:avLst/>
              </a:prstGeom>
            </p:spPr>
          </p:pic>
        </mc:Fallback>
      </mc:AlternateContent>
      <p:pic>
        <p:nvPicPr>
          <p:cNvPr id="29" name="Picture 28">
            <a:extLst>
              <a:ext uri="{FF2B5EF4-FFF2-40B4-BE49-F238E27FC236}">
                <a16:creationId xmlns:a16="http://schemas.microsoft.com/office/drawing/2014/main" id="{023E90A5-CDB1-26DD-7619-B0BDDB8D574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731488" y="3794617"/>
            <a:ext cx="1397774" cy="806099"/>
          </a:xfrm>
          <a:prstGeom prst="rect">
            <a:avLst/>
          </a:prstGeom>
        </p:spPr>
      </p:pic>
      <p:pic>
        <p:nvPicPr>
          <p:cNvPr id="31" name="Picture 30">
            <a:extLst>
              <a:ext uri="{FF2B5EF4-FFF2-40B4-BE49-F238E27FC236}">
                <a16:creationId xmlns:a16="http://schemas.microsoft.com/office/drawing/2014/main" id="{2074CC7A-12ED-1D26-D0CD-FC8D2A5F9B8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197370" y="3737016"/>
            <a:ext cx="1178876" cy="359641"/>
          </a:xfrm>
          <a:prstGeom prst="rect">
            <a:avLst/>
          </a:prstGeom>
        </p:spPr>
      </p:pic>
      <p:pic>
        <p:nvPicPr>
          <p:cNvPr id="33" name="Picture 32">
            <a:extLst>
              <a:ext uri="{FF2B5EF4-FFF2-40B4-BE49-F238E27FC236}">
                <a16:creationId xmlns:a16="http://schemas.microsoft.com/office/drawing/2014/main" id="{50F12FC4-E299-7AF2-4FC6-A9BBC1280C4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280843" y="4404672"/>
            <a:ext cx="3210373" cy="280355"/>
          </a:xfrm>
          <a:prstGeom prst="rect">
            <a:avLst/>
          </a:prstGeom>
        </p:spPr>
      </p:pic>
    </p:spTree>
    <p:extLst>
      <p:ext uri="{BB962C8B-B14F-4D97-AF65-F5344CB8AC3E}">
        <p14:creationId xmlns:p14="http://schemas.microsoft.com/office/powerpoint/2010/main" val="376947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5EC8-E5D3-241A-51C8-3E5D489D7451}"/>
              </a:ext>
            </a:extLst>
          </p:cNvPr>
          <p:cNvSpPr>
            <a:spLocks noGrp="1"/>
          </p:cNvSpPr>
          <p:nvPr>
            <p:ph type="title"/>
          </p:nvPr>
        </p:nvSpPr>
        <p:spPr>
          <a:xfrm>
            <a:off x="838200" y="365125"/>
            <a:ext cx="2654808" cy="412115"/>
          </a:xfrm>
        </p:spPr>
        <p:txBody>
          <a:bodyPr>
            <a:normAutofit/>
          </a:bodyPr>
          <a:lstStyle/>
          <a:p>
            <a:r>
              <a:rPr lang="en-US" sz="1800" b="1" dirty="0">
                <a:solidFill>
                  <a:schemeClr val="accent1">
                    <a:lumMod val="75000"/>
                  </a:schemeClr>
                </a:solidFill>
                <a:latin typeface="Times New Roman" panose="02020603050405020304" pitchFamily="18" charset="0"/>
                <a:cs typeface="Times New Roman" panose="02020603050405020304" pitchFamily="18" charset="0"/>
              </a:rPr>
              <a:t>IN ORDER NOW PAGE</a:t>
            </a:r>
            <a:endParaRPr lang="en-TZ" sz="18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CBBDF59-D3FD-5855-E68D-E648C6061B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777240"/>
            <a:ext cx="10763461" cy="5957396"/>
          </a:xfrm>
          <a:prstGeom prst="rect">
            <a:avLst/>
          </a:prstGeom>
        </p:spPr>
      </p:pic>
      <p:pic>
        <p:nvPicPr>
          <p:cNvPr id="9" name="Picture 8">
            <a:extLst>
              <a:ext uri="{FF2B5EF4-FFF2-40B4-BE49-F238E27FC236}">
                <a16:creationId xmlns:a16="http://schemas.microsoft.com/office/drawing/2014/main" id="{B6AC30A6-0204-5EB9-7660-C76557E0A2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4269" y="3429000"/>
            <a:ext cx="3210373" cy="201168"/>
          </a:xfrm>
          <a:prstGeom prst="rect">
            <a:avLst/>
          </a:prstGeom>
        </p:spPr>
      </p:pic>
    </p:spTree>
    <p:extLst>
      <p:ext uri="{BB962C8B-B14F-4D97-AF65-F5344CB8AC3E}">
        <p14:creationId xmlns:p14="http://schemas.microsoft.com/office/powerpoint/2010/main" val="2020631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2338-CF1A-0012-ABAC-D1DFC14D42AA}"/>
              </a:ext>
            </a:extLst>
          </p:cNvPr>
          <p:cNvSpPr>
            <a:spLocks noGrp="1"/>
          </p:cNvSpPr>
          <p:nvPr>
            <p:ph type="title"/>
          </p:nvPr>
        </p:nvSpPr>
        <p:spPr/>
        <p:txBody>
          <a:bodyPr/>
          <a:lstStyle/>
          <a:p>
            <a:r>
              <a:rPr lang="en-US" dirty="0"/>
              <a:t>CHANGE THIS HOME PAGE :</a:t>
            </a:r>
            <a:endParaRPr lang="en-TZ" dirty="0"/>
          </a:p>
        </p:txBody>
      </p:sp>
      <p:pic>
        <p:nvPicPr>
          <p:cNvPr id="5" name="Content Placeholder 4">
            <a:extLst>
              <a:ext uri="{FF2B5EF4-FFF2-40B4-BE49-F238E27FC236}">
                <a16:creationId xmlns:a16="http://schemas.microsoft.com/office/drawing/2014/main" id="{63A16C5B-F600-08B0-7A05-5A9ABCD9F0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2465" y="1806455"/>
            <a:ext cx="8807070" cy="4370508"/>
          </a:xfrm>
          <a:prstGeom prst="rect">
            <a:avLst/>
          </a:prstGeom>
        </p:spPr>
      </p:pic>
    </p:spTree>
    <p:extLst>
      <p:ext uri="{BB962C8B-B14F-4D97-AF65-F5344CB8AC3E}">
        <p14:creationId xmlns:p14="http://schemas.microsoft.com/office/powerpoint/2010/main" val="1073098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9311-D5A2-A0CC-7E3A-E9B49B01C598}"/>
              </a:ext>
            </a:extLst>
          </p:cNvPr>
          <p:cNvSpPr>
            <a:spLocks noGrp="1"/>
          </p:cNvSpPr>
          <p:nvPr>
            <p:ph type="title"/>
          </p:nvPr>
        </p:nvSpPr>
        <p:spPr/>
        <p:txBody>
          <a:bodyPr/>
          <a:lstStyle/>
          <a:p>
            <a:r>
              <a:rPr lang="en-US" dirty="0"/>
              <a:t>REMOVE 3 IMAGE </a:t>
            </a:r>
            <a:endParaRPr lang="en-TZ" dirty="0"/>
          </a:p>
        </p:txBody>
      </p:sp>
      <p:pic>
        <p:nvPicPr>
          <p:cNvPr id="7" name="Content Placeholder 6">
            <a:extLst>
              <a:ext uri="{FF2B5EF4-FFF2-40B4-BE49-F238E27FC236}">
                <a16:creationId xmlns:a16="http://schemas.microsoft.com/office/drawing/2014/main" id="{77F6196D-1540-3C55-0A05-C65DD4E44A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0813" y="2962924"/>
            <a:ext cx="3210373" cy="2076740"/>
          </a:xfrm>
          <a:prstGeom prst="rect">
            <a:avLst/>
          </a:prstGeom>
        </p:spPr>
      </p:pic>
      <p:pic>
        <p:nvPicPr>
          <p:cNvPr id="5" name="Picture 4">
            <a:extLst>
              <a:ext uri="{FF2B5EF4-FFF2-40B4-BE49-F238E27FC236}">
                <a16:creationId xmlns:a16="http://schemas.microsoft.com/office/drawing/2014/main" id="{1AAE47E2-843F-E493-2F8F-DA1844BF319B}"/>
              </a:ext>
            </a:extLst>
          </p:cNvPr>
          <p:cNvPicPr>
            <a:picLocks noChangeAspect="1"/>
          </p:cNvPicPr>
          <p:nvPr/>
        </p:nvPicPr>
        <p:blipFill>
          <a:blip r:embed="rId3"/>
          <a:stretch>
            <a:fillRect/>
          </a:stretch>
        </p:blipFill>
        <p:spPr>
          <a:xfrm>
            <a:off x="258584" y="1352260"/>
            <a:ext cx="11418798" cy="4911644"/>
          </a:xfrm>
          <a:prstGeom prst="rect">
            <a:avLst/>
          </a:prstGeom>
        </p:spPr>
      </p:pic>
      <p:pic>
        <p:nvPicPr>
          <p:cNvPr id="9" name="Picture 8">
            <a:extLst>
              <a:ext uri="{FF2B5EF4-FFF2-40B4-BE49-F238E27FC236}">
                <a16:creationId xmlns:a16="http://schemas.microsoft.com/office/drawing/2014/main" id="{4400478A-6D49-08C6-CA23-602F9D310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9189" y="2284784"/>
            <a:ext cx="3210373" cy="4573216"/>
          </a:xfrm>
          <a:prstGeom prst="rect">
            <a:avLst/>
          </a:prstGeom>
        </p:spPr>
      </p:pic>
      <p:pic>
        <p:nvPicPr>
          <p:cNvPr id="11" name="Picture 10">
            <a:extLst>
              <a:ext uri="{FF2B5EF4-FFF2-40B4-BE49-F238E27FC236}">
                <a16:creationId xmlns:a16="http://schemas.microsoft.com/office/drawing/2014/main" id="{4B41E02A-9424-DD24-A99D-6A861B9271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6182" y="4326032"/>
            <a:ext cx="3210373" cy="2359416"/>
          </a:xfrm>
          <a:prstGeom prst="rect">
            <a:avLst/>
          </a:prstGeom>
        </p:spPr>
      </p:pic>
      <p:pic>
        <p:nvPicPr>
          <p:cNvPr id="13" name="Picture 12">
            <a:extLst>
              <a:ext uri="{FF2B5EF4-FFF2-40B4-BE49-F238E27FC236}">
                <a16:creationId xmlns:a16="http://schemas.microsoft.com/office/drawing/2014/main" id="{92D348F8-D03C-0277-1D5C-C4709DBEDA94}"/>
              </a:ext>
            </a:extLst>
          </p:cNvPr>
          <p:cNvPicPr>
            <a:picLocks noChangeAspect="1"/>
          </p:cNvPicPr>
          <p:nvPr/>
        </p:nvPicPr>
        <p:blipFill>
          <a:blip r:embed="rId4"/>
          <a:stretch>
            <a:fillRect/>
          </a:stretch>
        </p:blipFill>
        <p:spPr>
          <a:xfrm>
            <a:off x="2359152" y="2203704"/>
            <a:ext cx="2447721" cy="1604378"/>
          </a:xfrm>
          <a:prstGeom prst="rect">
            <a:avLst/>
          </a:prstGeom>
        </p:spPr>
      </p:pic>
    </p:spTree>
    <p:extLst>
      <p:ext uri="{BB962C8B-B14F-4D97-AF65-F5344CB8AC3E}">
        <p14:creationId xmlns:p14="http://schemas.microsoft.com/office/powerpoint/2010/main" val="3131566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92B1-4455-05DA-CC09-A2814B2AF0BC}"/>
              </a:ext>
            </a:extLst>
          </p:cNvPr>
          <p:cNvSpPr>
            <a:spLocks noGrp="1"/>
          </p:cNvSpPr>
          <p:nvPr>
            <p:ph type="title"/>
          </p:nvPr>
        </p:nvSpPr>
        <p:spPr/>
        <p:txBody>
          <a:bodyPr/>
          <a:lstStyle/>
          <a:p>
            <a:r>
              <a:rPr lang="en-US" dirty="0"/>
              <a:t>REMOVE THIS</a:t>
            </a:r>
            <a:endParaRPr lang="en-TZ" dirty="0"/>
          </a:p>
        </p:txBody>
      </p:sp>
      <p:sp>
        <p:nvSpPr>
          <p:cNvPr id="3" name="Content Placeholder 2">
            <a:extLst>
              <a:ext uri="{FF2B5EF4-FFF2-40B4-BE49-F238E27FC236}">
                <a16:creationId xmlns:a16="http://schemas.microsoft.com/office/drawing/2014/main" id="{107A7C59-05C1-05B9-1D88-C68D1A94B117}"/>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2A1BAAAC-9C71-49F2-F013-2D03AF3EB183}"/>
              </a:ext>
            </a:extLst>
          </p:cNvPr>
          <p:cNvPicPr>
            <a:picLocks noChangeAspect="1"/>
          </p:cNvPicPr>
          <p:nvPr/>
        </p:nvPicPr>
        <p:blipFill>
          <a:blip r:embed="rId2"/>
          <a:stretch>
            <a:fillRect/>
          </a:stretch>
        </p:blipFill>
        <p:spPr>
          <a:xfrm>
            <a:off x="386601" y="1190794"/>
            <a:ext cx="11418798" cy="5620999"/>
          </a:xfrm>
          <a:prstGeom prst="rect">
            <a:avLst/>
          </a:prstGeom>
        </p:spPr>
      </p:pic>
    </p:spTree>
    <p:extLst>
      <p:ext uri="{BB962C8B-B14F-4D97-AF65-F5344CB8AC3E}">
        <p14:creationId xmlns:p14="http://schemas.microsoft.com/office/powerpoint/2010/main" val="2850383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9805-D53B-D47E-7461-15AF56680544}"/>
              </a:ext>
            </a:extLst>
          </p:cNvPr>
          <p:cNvSpPr>
            <a:spLocks noGrp="1"/>
          </p:cNvSpPr>
          <p:nvPr>
            <p:ph type="title"/>
          </p:nvPr>
        </p:nvSpPr>
        <p:spPr/>
        <p:txBody>
          <a:bodyPr/>
          <a:lstStyle/>
          <a:p>
            <a:r>
              <a:rPr lang="en-US" dirty="0"/>
              <a:t>REMOVE</a:t>
            </a:r>
            <a:endParaRPr lang="en-TZ" dirty="0"/>
          </a:p>
        </p:txBody>
      </p:sp>
      <p:sp>
        <p:nvSpPr>
          <p:cNvPr id="3" name="Content Placeholder 2">
            <a:extLst>
              <a:ext uri="{FF2B5EF4-FFF2-40B4-BE49-F238E27FC236}">
                <a16:creationId xmlns:a16="http://schemas.microsoft.com/office/drawing/2014/main" id="{2BF904DC-F2F1-82C4-069E-7F9F0E00BB04}"/>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D77B2376-C77E-F461-B923-ADD500B00569}"/>
              </a:ext>
            </a:extLst>
          </p:cNvPr>
          <p:cNvPicPr>
            <a:picLocks noChangeAspect="1"/>
          </p:cNvPicPr>
          <p:nvPr/>
        </p:nvPicPr>
        <p:blipFill>
          <a:blip r:embed="rId2"/>
          <a:stretch>
            <a:fillRect/>
          </a:stretch>
        </p:blipFill>
        <p:spPr>
          <a:xfrm>
            <a:off x="630462" y="1298447"/>
            <a:ext cx="10931075" cy="4681949"/>
          </a:xfrm>
          <a:prstGeom prst="rect">
            <a:avLst/>
          </a:prstGeom>
        </p:spPr>
      </p:pic>
    </p:spTree>
    <p:extLst>
      <p:ext uri="{BB962C8B-B14F-4D97-AF65-F5344CB8AC3E}">
        <p14:creationId xmlns:p14="http://schemas.microsoft.com/office/powerpoint/2010/main" val="1471923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C8EE8-6E2B-70A4-B22F-ADFA5244EE4F}"/>
              </a:ext>
            </a:extLst>
          </p:cNvPr>
          <p:cNvSpPr>
            <a:spLocks noGrp="1"/>
          </p:cNvSpPr>
          <p:nvPr>
            <p:ph type="title"/>
          </p:nvPr>
        </p:nvSpPr>
        <p:spPr/>
        <p:txBody>
          <a:bodyPr/>
          <a:lstStyle/>
          <a:p>
            <a:r>
              <a:rPr lang="en-US" dirty="0"/>
              <a:t>REMOVE</a:t>
            </a:r>
            <a:endParaRPr lang="en-TZ" dirty="0"/>
          </a:p>
        </p:txBody>
      </p:sp>
      <p:sp>
        <p:nvSpPr>
          <p:cNvPr id="3" name="Content Placeholder 2">
            <a:extLst>
              <a:ext uri="{FF2B5EF4-FFF2-40B4-BE49-F238E27FC236}">
                <a16:creationId xmlns:a16="http://schemas.microsoft.com/office/drawing/2014/main" id="{E4AE2E1F-836C-F95A-AE0C-0AD4A908B78F}"/>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308526AB-C4F7-3079-DAE3-AA8ABF373225}"/>
              </a:ext>
            </a:extLst>
          </p:cNvPr>
          <p:cNvPicPr>
            <a:picLocks noChangeAspect="1"/>
          </p:cNvPicPr>
          <p:nvPr/>
        </p:nvPicPr>
        <p:blipFill>
          <a:blip r:embed="rId2"/>
          <a:stretch>
            <a:fillRect/>
          </a:stretch>
        </p:blipFill>
        <p:spPr>
          <a:xfrm>
            <a:off x="118872" y="1409465"/>
            <a:ext cx="12192000" cy="5703277"/>
          </a:xfrm>
          <a:prstGeom prst="rect">
            <a:avLst/>
          </a:prstGeom>
        </p:spPr>
      </p:pic>
    </p:spTree>
    <p:extLst>
      <p:ext uri="{BB962C8B-B14F-4D97-AF65-F5344CB8AC3E}">
        <p14:creationId xmlns:p14="http://schemas.microsoft.com/office/powerpoint/2010/main" val="1808550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5401-9805-CA9A-6285-104DBCFAA723}"/>
              </a:ext>
            </a:extLst>
          </p:cNvPr>
          <p:cNvSpPr>
            <a:spLocks noGrp="1"/>
          </p:cNvSpPr>
          <p:nvPr>
            <p:ph type="title"/>
          </p:nvPr>
        </p:nvSpPr>
        <p:spPr>
          <a:xfrm>
            <a:off x="838200" y="365125"/>
            <a:ext cx="10515600" cy="1033907"/>
          </a:xfrm>
        </p:spPr>
        <p:txBody>
          <a:bodyPr/>
          <a:lstStyle/>
          <a:p>
            <a:r>
              <a:rPr lang="en-US" dirty="0"/>
              <a:t>CHANGE THAT BACKGROUND IN APP</a:t>
            </a:r>
            <a:endParaRPr lang="en-TZ" dirty="0"/>
          </a:p>
        </p:txBody>
      </p:sp>
      <p:pic>
        <p:nvPicPr>
          <p:cNvPr id="5" name="Content Placeholder 4">
            <a:extLst>
              <a:ext uri="{FF2B5EF4-FFF2-40B4-BE49-F238E27FC236}">
                <a16:creationId xmlns:a16="http://schemas.microsoft.com/office/drawing/2014/main" id="{FF4B021A-E5C8-4BCE-EDB0-307CB0650D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6816" y="2072513"/>
            <a:ext cx="3565679" cy="4351338"/>
          </a:xfrm>
          <a:prstGeom prst="rect">
            <a:avLst/>
          </a:prstGeom>
        </p:spPr>
      </p:pic>
    </p:spTree>
    <p:extLst>
      <p:ext uri="{BB962C8B-B14F-4D97-AF65-F5344CB8AC3E}">
        <p14:creationId xmlns:p14="http://schemas.microsoft.com/office/powerpoint/2010/main" val="2099583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03A2A-3E6B-E214-49C7-612D1AE42672}"/>
              </a:ext>
            </a:extLst>
          </p:cNvPr>
          <p:cNvSpPr>
            <a:spLocks noGrp="1"/>
          </p:cNvSpPr>
          <p:nvPr>
            <p:ph type="title"/>
          </p:nvPr>
        </p:nvSpPr>
        <p:spPr/>
        <p:txBody>
          <a:bodyPr/>
          <a:lstStyle/>
          <a:p>
            <a:r>
              <a:rPr lang="en-US" dirty="0"/>
              <a:t>REMAIN</a:t>
            </a:r>
            <a:endParaRPr lang="en-TZ" dirty="0"/>
          </a:p>
        </p:txBody>
      </p:sp>
      <p:sp>
        <p:nvSpPr>
          <p:cNvPr id="3" name="Content Placeholder 2">
            <a:extLst>
              <a:ext uri="{FF2B5EF4-FFF2-40B4-BE49-F238E27FC236}">
                <a16:creationId xmlns:a16="http://schemas.microsoft.com/office/drawing/2014/main" id="{E22D6C56-AC5B-54A5-9E16-7469E7FE7C7D}"/>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DD43F45D-E65D-5203-57CF-8C45A776D893}"/>
              </a:ext>
            </a:extLst>
          </p:cNvPr>
          <p:cNvPicPr>
            <a:picLocks noChangeAspect="1"/>
          </p:cNvPicPr>
          <p:nvPr/>
        </p:nvPicPr>
        <p:blipFill>
          <a:blip r:embed="rId2"/>
          <a:stretch>
            <a:fillRect/>
          </a:stretch>
        </p:blipFill>
        <p:spPr>
          <a:xfrm>
            <a:off x="838200" y="1676618"/>
            <a:ext cx="9851990" cy="4816257"/>
          </a:xfrm>
          <a:prstGeom prst="rect">
            <a:avLst/>
          </a:prstGeom>
        </p:spPr>
      </p:pic>
    </p:spTree>
    <p:extLst>
      <p:ext uri="{BB962C8B-B14F-4D97-AF65-F5344CB8AC3E}">
        <p14:creationId xmlns:p14="http://schemas.microsoft.com/office/powerpoint/2010/main" val="995883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6B060-C1A4-DA74-0172-3BBD8C5B31D1}"/>
              </a:ext>
            </a:extLst>
          </p:cNvPr>
          <p:cNvSpPr>
            <a:spLocks noGrp="1"/>
          </p:cNvSpPr>
          <p:nvPr>
            <p:ph type="title"/>
          </p:nvPr>
        </p:nvSpPr>
        <p:spPr/>
        <p:txBody>
          <a:bodyPr/>
          <a:lstStyle/>
          <a:p>
            <a:r>
              <a:rPr lang="en-US" dirty="0"/>
              <a:t>REMOVE/REMAIN</a:t>
            </a:r>
            <a:endParaRPr lang="en-TZ" dirty="0"/>
          </a:p>
        </p:txBody>
      </p:sp>
      <p:sp>
        <p:nvSpPr>
          <p:cNvPr id="3" name="Content Placeholder 2">
            <a:extLst>
              <a:ext uri="{FF2B5EF4-FFF2-40B4-BE49-F238E27FC236}">
                <a16:creationId xmlns:a16="http://schemas.microsoft.com/office/drawing/2014/main" id="{23A3A5F2-0DF9-FB7D-5746-7C7D9534F280}"/>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CD427F17-50CA-37CC-8478-A706B28A36BE}"/>
              </a:ext>
            </a:extLst>
          </p:cNvPr>
          <p:cNvPicPr>
            <a:picLocks noChangeAspect="1"/>
          </p:cNvPicPr>
          <p:nvPr/>
        </p:nvPicPr>
        <p:blipFill>
          <a:blip r:embed="rId2"/>
          <a:stretch>
            <a:fillRect/>
          </a:stretch>
        </p:blipFill>
        <p:spPr>
          <a:xfrm>
            <a:off x="0" y="1895856"/>
            <a:ext cx="12192000" cy="2828544"/>
          </a:xfrm>
          <a:prstGeom prst="rect">
            <a:avLst/>
          </a:prstGeom>
        </p:spPr>
      </p:pic>
    </p:spTree>
    <p:extLst>
      <p:ext uri="{BB962C8B-B14F-4D97-AF65-F5344CB8AC3E}">
        <p14:creationId xmlns:p14="http://schemas.microsoft.com/office/powerpoint/2010/main" val="3339441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401A-42E9-4457-DC01-5853FCE02BC9}"/>
              </a:ext>
            </a:extLst>
          </p:cNvPr>
          <p:cNvSpPr>
            <a:spLocks noGrp="1"/>
          </p:cNvSpPr>
          <p:nvPr>
            <p:ph type="title"/>
          </p:nvPr>
        </p:nvSpPr>
        <p:spPr/>
        <p:txBody>
          <a:bodyPr/>
          <a:lstStyle/>
          <a:p>
            <a:r>
              <a:rPr lang="en-US" dirty="0"/>
              <a:t>REPLACE/REMAIN</a:t>
            </a:r>
            <a:endParaRPr lang="en-TZ" dirty="0"/>
          </a:p>
        </p:txBody>
      </p:sp>
      <p:sp>
        <p:nvSpPr>
          <p:cNvPr id="3" name="Content Placeholder 2">
            <a:extLst>
              <a:ext uri="{FF2B5EF4-FFF2-40B4-BE49-F238E27FC236}">
                <a16:creationId xmlns:a16="http://schemas.microsoft.com/office/drawing/2014/main" id="{6F88D20F-87AE-D327-83EB-9E1FB2EE57E3}"/>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82F9ED43-D7A5-7E95-AC66-1055A5F1E670}"/>
              </a:ext>
            </a:extLst>
          </p:cNvPr>
          <p:cNvPicPr>
            <a:picLocks noChangeAspect="1"/>
          </p:cNvPicPr>
          <p:nvPr/>
        </p:nvPicPr>
        <p:blipFill>
          <a:blip r:embed="rId2"/>
          <a:stretch>
            <a:fillRect/>
          </a:stretch>
        </p:blipFill>
        <p:spPr>
          <a:xfrm>
            <a:off x="557304" y="1417320"/>
            <a:ext cx="11077392" cy="4477725"/>
          </a:xfrm>
          <a:prstGeom prst="rect">
            <a:avLst/>
          </a:prstGeom>
        </p:spPr>
      </p:pic>
    </p:spTree>
    <p:extLst>
      <p:ext uri="{BB962C8B-B14F-4D97-AF65-F5344CB8AC3E}">
        <p14:creationId xmlns:p14="http://schemas.microsoft.com/office/powerpoint/2010/main" val="3779589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D0776-D8D4-2AD4-5475-E77E1FA5F4D5}"/>
              </a:ext>
            </a:extLst>
          </p:cNvPr>
          <p:cNvSpPr>
            <a:spLocks noGrp="1"/>
          </p:cNvSpPr>
          <p:nvPr>
            <p:ph type="title"/>
          </p:nvPr>
        </p:nvSpPr>
        <p:spPr/>
        <p:txBody>
          <a:bodyPr/>
          <a:lstStyle/>
          <a:p>
            <a:r>
              <a:rPr lang="en-US" dirty="0"/>
              <a:t>REMAIN</a:t>
            </a:r>
            <a:endParaRPr lang="en-TZ" dirty="0"/>
          </a:p>
        </p:txBody>
      </p:sp>
      <p:sp>
        <p:nvSpPr>
          <p:cNvPr id="3" name="Content Placeholder 2">
            <a:extLst>
              <a:ext uri="{FF2B5EF4-FFF2-40B4-BE49-F238E27FC236}">
                <a16:creationId xmlns:a16="http://schemas.microsoft.com/office/drawing/2014/main" id="{8B6D0909-F910-4436-23D0-B1FE6C0ED70E}"/>
              </a:ext>
            </a:extLst>
          </p:cNvPr>
          <p:cNvSpPr>
            <a:spLocks noGrp="1"/>
          </p:cNvSpPr>
          <p:nvPr>
            <p:ph idx="1"/>
          </p:nvPr>
        </p:nvSpPr>
        <p:spPr/>
        <p:txBody>
          <a:bodyPr/>
          <a:lstStyle/>
          <a:p>
            <a:endParaRPr lang="en-TZ"/>
          </a:p>
        </p:txBody>
      </p:sp>
      <p:pic>
        <p:nvPicPr>
          <p:cNvPr id="5" name="Picture 4">
            <a:extLst>
              <a:ext uri="{FF2B5EF4-FFF2-40B4-BE49-F238E27FC236}">
                <a16:creationId xmlns:a16="http://schemas.microsoft.com/office/drawing/2014/main" id="{621124FB-8BB7-5601-31D0-8F5404C959EC}"/>
              </a:ext>
            </a:extLst>
          </p:cNvPr>
          <p:cNvPicPr>
            <a:picLocks noChangeAspect="1"/>
          </p:cNvPicPr>
          <p:nvPr/>
        </p:nvPicPr>
        <p:blipFill>
          <a:blip r:embed="rId2"/>
          <a:stretch>
            <a:fillRect/>
          </a:stretch>
        </p:blipFill>
        <p:spPr>
          <a:xfrm>
            <a:off x="1106045" y="1825625"/>
            <a:ext cx="8736325" cy="4267570"/>
          </a:xfrm>
          <a:prstGeom prst="rect">
            <a:avLst/>
          </a:prstGeom>
        </p:spPr>
      </p:pic>
    </p:spTree>
    <p:extLst>
      <p:ext uri="{BB962C8B-B14F-4D97-AF65-F5344CB8AC3E}">
        <p14:creationId xmlns:p14="http://schemas.microsoft.com/office/powerpoint/2010/main" val="752238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706</Words>
  <Application>Microsoft Office PowerPoint</Application>
  <PresentationFormat>Widescreen</PresentationFormat>
  <Paragraphs>34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PowerPoint Presentation</vt:lpstr>
      <vt:lpstr>SUGGESTION ON VIEW </vt:lpstr>
      <vt:lpstr>PowerPoint Presentation</vt:lpstr>
      <vt:lpstr>PowerPoint Presentation</vt:lpstr>
      <vt:lpstr>PowerPoint Presentation</vt:lpstr>
      <vt:lpstr>IN PRICING PAGE</vt:lpstr>
      <vt:lpstr>IN CONTACT US PAGE</vt:lpstr>
      <vt:lpstr>IN ORDER NOW PAGE</vt:lpstr>
      <vt:lpstr>CHANGE THIS HOME PAGE :</vt:lpstr>
      <vt:lpstr>REMOVE 3 IMAGE </vt:lpstr>
      <vt:lpstr>REMOVE THIS</vt:lpstr>
      <vt:lpstr>REMOVE</vt:lpstr>
      <vt:lpstr>REMOVE</vt:lpstr>
      <vt:lpstr>CHANGE THAT BACKGROUND IN APP</vt:lpstr>
      <vt:lpstr>REMAIN</vt:lpstr>
      <vt:lpstr>REMOVE/REMAIN</vt:lpstr>
      <vt:lpstr>REPLACE/REMAIN</vt:lpstr>
      <vt:lpstr>REMAIN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REGINA PASTORY</dc:creator>
  <cp:lastModifiedBy>REGINA PASTORY</cp:lastModifiedBy>
  <cp:revision>1</cp:revision>
  <dcterms:created xsi:type="dcterms:W3CDTF">2026-09-30T07:22:12Z</dcterms:created>
  <dcterms:modified xsi:type="dcterms:W3CDTF">2026-09-30T11:30:41Z</dcterms:modified>
</cp:coreProperties>
</file>